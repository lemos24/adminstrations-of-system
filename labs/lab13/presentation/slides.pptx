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Настройка фильтрации пакетов в Linux (firewalld)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 ## Цель работы</a:t>
            </a:r>
          </a:p>
          <a:p>
            <a:pPr lvl="0"/>
            <a:r>
              <a:rPr/>
              <a:t>Изучить архитектуру и компоненты системы фильтрации пакетов в Linux</a:t>
            </a:r>
          </a:p>
          <a:p>
            <a:pPr lvl="0"/>
            <a:r>
              <a:rPr/>
              <a:t>Освоить основные команды для управления firewalld</a:t>
            </a:r>
          </a:p>
          <a:p>
            <a:pPr lvl="0"/>
            <a:r>
              <a:rPr/>
              <a:t>Научиться настраивать зоны, правила и службы</a:t>
            </a:r>
          </a:p>
          <a:p>
            <a:pPr lvl="0"/>
            <a:r>
              <a:rPr/>
              <a:t>Получить навыки работы с богатыми правилами (rich rules)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Firewalld — динамический межсетевой экран</a:t>
            </a:r>
          </a:p>
          <a:p>
            <a:pPr lvl="0" indent="0" marL="0">
              <a:buNone/>
            </a:pPr>
            <a:r>
              <a:rPr/>
              <a:t>Основные компоненты: - Зоны (zones) — наборы правил для разных уровней доверия - Службы (services) — предопределённые правила - Богатые правила (rich rules) — сложные правила с условиями - Команда: </a:t>
            </a:r>
            <a:r>
              <a:rPr>
                <a:latin typeface="DejaVu Sans Mono"/>
              </a:rPr>
              <a:t>firewall-cmd</a:t>
            </a:r>
            <a:r>
              <a:rPr/>
              <a:t> — основная для управления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статуса firewalld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Проверка статуса службы firewalld с помощью systemctl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доступных зон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84400"/>
            <a:ext cx="8229600" cy="90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Просмотр всех доступных зон с помощью firewall-cmd –get-zones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зоны по умолчанию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7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Просмотр зоны по умолчанию с помощью firewall-cmd –get-default-zone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Детальная информация о зоне по умолчанию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Детальная информация о зоне public с помощью firewall-cmd –zone=public –list-all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активных зон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40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Просмотр всех активных зон с помощью firewall-cmd –get-active-zones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доступных служб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Просмотр списка всех доступных служб с помощью firewall-cmd –get-services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конкретной службе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62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Просмотр информации о службе HTTP с помощью firewall-cmd –info-service=http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зоны по умолчанию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Изменение зоны по умолчанию на internal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интерфейса в зону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Добавление интерфейса eth0 в зону public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зоны для интерфейса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87600"/>
            <a:ext cx="8229600" cy="50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Изменение зоны интерфейса на internal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Удаление интерфейса из зоны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87600" y="1193800"/>
            <a:ext cx="436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Удаление интерфейса из зоны public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правил всех зон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82296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Просмотр всех правил всех зон с помощью firewall-cmd –list-all-zones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службы в зону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4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Добавление службы HTTP в зону public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нескольких служб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7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Добавление нескольких служб (http, https, ssh) в зону public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Удаление службы из зоны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6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Удаление службы HTTP из зоны public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Открытие конкретного порта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0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Открытие порта 8080/tcp в зоне public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Открытие диапазона портов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Открытие диапазона портов 8000-9000/tcp в зоне public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## Закрытие порта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Закрытие порта 8080/tcp в зоне public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богатого правила для источника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9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Добавление богатого правила для конкретного IP-адреса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богатого правила с ограничением</a:t>
            </a:r>
          </a:p>
        </p:txBody>
      </p:sp>
      <p:pic>
        <p:nvPicPr>
          <p:cNvPr descr="../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00300"/>
            <a:ext cx="8229600" cy="46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20. Добавление богатого правила с ограничением частоты для SSH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богатого правила для протокола</a:t>
            </a:r>
          </a:p>
        </p:txBody>
      </p:sp>
      <p:pic>
        <p:nvPicPr>
          <p:cNvPr descr="../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3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21. Добавление богатого правила для протокола ICMP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богатых правил</a:t>
            </a:r>
          </a:p>
        </p:txBody>
      </p:sp>
      <p:pic>
        <p:nvPicPr>
          <p:cNvPr descr="../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93900"/>
            <a:ext cx="8229600" cy="127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22. Просмотр всех богатых правил в зоне public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Перезагрузка и сохранение правил</a:t>
            </a:r>
          </a:p>
        </p:txBody>
      </p:sp>
      <p:pic>
        <p:nvPicPr>
          <p:cNvPr descr="../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33600"/>
            <a:ext cx="8229600" cy="99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23. Перезагрузка конфигурации firewalld и сохранение временных правил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была изучена система фильтрации пакетов firewalld в Linux. Получены практические навыки управления зонами, добавления и удаления служб и портов, настройки богатых правил для тонкой фильтрации трафика.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firewalld(1), firewall-cmd(1), firewall-config(1)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№13</dc:title>
  <dc:creator>Лемуш Мариу Франсишку</dc:creator>
  <cp:keywords/>
  <dcterms:created xsi:type="dcterms:W3CDTF">2026-03-13T03:06:22Z</dcterms:created>
  <dcterms:modified xsi:type="dcterms:W3CDTF">2026-03-13T03:06:22Z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Настройка фильтрации пакетов в Linux (firewalld)</vt:lpwstr>
  </property>
  <property fmtid="{D5CDD505-2E9C-101B-9397-08002B2CF9AE}" pid="7" name="theme">
    <vt:lpwstr>CambridgeUS</vt:lpwstr>
  </property>
</Properties>
</file>