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7" Type="http://schemas.openxmlformats.org/officeDocument/2006/relationships/viewProps" Target="viewProps.xml" /><Relationship Id="rId3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9" Type="http://schemas.openxmlformats.org/officeDocument/2006/relationships/tableStyles" Target="tableStyles.xml" /><Relationship Id="rId3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2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3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4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5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6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7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8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9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№7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Управление журналами событий в системе</a:t>
            </a:r>
            <a:br/>
            <a:br/>
            <a:r>
              <a:rPr/>
              <a:t>Лемуш Мариу Франсишку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Лемуш Мариу Франсишку</a:t>
            </a:r>
          </a:p>
          <a:p>
            <a:pPr lvl="0"/>
            <a:r>
              <a:rPr/>
              <a:t>Студент группы НПИбд-01-24</a:t>
            </a:r>
          </a:p>
          <a:p>
            <a:pPr lvl="0"/>
            <a:r>
              <a:rPr/>
              <a:t>Студ. билет 1032239162</a:t>
            </a:r>
          </a:p>
          <a:p>
            <a:pPr lvl="0"/>
            <a:r>
              <a:rPr/>
              <a:t>Российский университет дружбы народов ## Цель работы</a:t>
            </a:r>
          </a:p>
          <a:p>
            <a:pPr lvl="0"/>
            <a:r>
              <a:rPr/>
              <a:t>Получить навыки работы с журналами мониторинга различных событий в системе</a:t>
            </a:r>
          </a:p>
          <a:p>
            <a:pPr lvl="0"/>
            <a:r>
              <a:rPr/>
              <a:t>Изучить систему журналирования rsyslog</a:t>
            </a:r>
          </a:p>
          <a:p>
            <a:pPr lvl="0"/>
            <a:r>
              <a:rPr/>
              <a:t>Освоить работу с journalctl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Теоретическая справка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Журналы событий в Linux</a:t>
            </a:r>
          </a:p>
          <a:p>
            <a:pPr lvl="0" indent="0" marL="0">
              <a:buNone/>
            </a:pPr>
            <a:r>
              <a:rPr/>
              <a:t>Основные понятия: - </a:t>
            </a:r>
            <a:r>
              <a:rPr>
                <a:latin typeface="DejaVu Sans Mono"/>
              </a:rPr>
              <a:t>rsyslog</a:t>
            </a:r>
            <a:r>
              <a:rPr/>
              <a:t> — система журналирования событий - </a:t>
            </a:r>
            <a:r>
              <a:rPr>
                <a:latin typeface="DejaVu Sans Mono"/>
              </a:rPr>
              <a:t>journalctl</a:t>
            </a:r>
            <a:r>
              <a:rPr/>
              <a:t> — утилита для просмотра журнала systemd - </a:t>
            </a:r>
            <a:r>
              <a:rPr>
                <a:latin typeface="DejaVu Sans Mono"/>
              </a:rPr>
              <a:t>/var/log/</a:t>
            </a:r>
            <a:r>
              <a:rPr/>
              <a:t> — директория с файлами журналов - Уровни логирования: debug, info, warning, error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Запуск терминалов и мониторинга</a:t>
            </a:r>
          </a:p>
        </p:txBody>
      </p:sp>
      <p:pic>
        <p:nvPicPr>
          <p:cNvPr descr="../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89200" y="1193800"/>
            <a:ext cx="4165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1. Запуск трёх вкладок терминала, получение полномочий администратора в каждой вкладке, запуск на второй вкладке терминала мониторинга системных событий в реальном времени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Ошибка при вводе пароля</a:t>
            </a:r>
          </a:p>
        </p:txBody>
      </p:sp>
      <p:pic>
        <p:nvPicPr>
          <p:cNvPr descr="../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8800" y="1193800"/>
            <a:ext cx="8026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2. Возвращение учётной записи своего пользователя в третьей вкладке терминала, попытка получения полномочий администратора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Новое сообщение в мониторинге</a:t>
            </a:r>
          </a:p>
        </p:txBody>
      </p:sp>
      <p:pic>
        <p:nvPicPr>
          <p:cNvPr descr="../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47900"/>
            <a:ext cx="8229600" cy="774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3. Новое сообщение в мониторинге событий во второй вкладке терминала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Работа в третьей вкладке</a:t>
            </a:r>
          </a:p>
        </p:txBody>
      </p:sp>
      <p:pic>
        <p:nvPicPr>
          <p:cNvPr descr="../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86000"/>
            <a:ext cx="8229600" cy="698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4. Ввод в третьей вкладке терминала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сообщений мониторинга</a:t>
            </a:r>
          </a:p>
        </p:txBody>
      </p:sp>
      <p:pic>
        <p:nvPicPr>
          <p:cNvPr descr="../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108200"/>
            <a:ext cx="8229600" cy="105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5. Возвращение во вторую вкладку терминала с мониторингом событий, просмотр сообщения, остановка трассировки файла сообщений мониторинга реального времени, запуск мониторинга сообщений безопасности (последние 20 строк)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Установка Apache</a:t>
            </a:r>
          </a:p>
        </p:txBody>
      </p:sp>
      <p:pic>
        <p:nvPicPr>
          <p:cNvPr descr="../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46200"/>
            <a:ext cx="82296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6. Установка Apache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Запуск веб-службы</a:t>
            </a:r>
          </a:p>
        </p:txBody>
      </p:sp>
      <p:pic>
        <p:nvPicPr>
          <p:cNvPr descr="../image/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171700"/>
            <a:ext cx="8229600" cy="93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7. Запуск веб-службы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Журнал ошибок веб-службы</a:t>
            </a:r>
          </a:p>
        </p:txBody>
      </p:sp>
      <p:pic>
        <p:nvPicPr>
          <p:cNvPr descr="../image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36700" y="1193800"/>
            <a:ext cx="6070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8. Просмотр журнала сообщений об ошибках веб-службы, закрытие трассировки файла журнала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Открытие файла httpd.conf</a:t>
            </a:r>
          </a:p>
        </p:txBody>
      </p:sp>
      <p:pic>
        <p:nvPicPr>
          <p:cNvPr descr="../image/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374900"/>
            <a:ext cx="8229600" cy="53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9. Получение в третьей вкладке терминала полномочия администратора, открытие файла httpd.conf на редактирование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Добавление строки в файл</a:t>
            </a:r>
          </a:p>
        </p:txBody>
      </p:sp>
      <p:pic>
        <p:nvPicPr>
          <p:cNvPr descr="../image/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03400" y="1193800"/>
            <a:ext cx="5549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10. Добавление строки в файл и сохранение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файла мониторинга</a:t>
            </a:r>
          </a:p>
        </p:txBody>
      </p:sp>
      <p:pic>
        <p:nvPicPr>
          <p:cNvPr descr="../image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68500"/>
            <a:ext cx="8229600" cy="133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11. Создание в каталоге /etc/rsyslog.d файла мониторинга событий веб-службы и открытие его на редактирование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Добавление строки в файл мониторинга</a:t>
            </a:r>
          </a:p>
        </p:txBody>
      </p:sp>
      <p:pic>
        <p:nvPicPr>
          <p:cNvPr descr="../image/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73300"/>
            <a:ext cx="8229600" cy="723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12. Добавление строки в файл и сохранение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Перезагрузка конфигурации</a:t>
            </a:r>
          </a:p>
        </p:txBody>
      </p:sp>
      <p:pic>
        <p:nvPicPr>
          <p:cNvPr descr="../image/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47900"/>
            <a:ext cx="8229600" cy="774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13. Открытие первой вкладки терминала и перезагрузка конфигурации rsyslogd и веб-службы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файла для отладочной информации</a:t>
            </a:r>
          </a:p>
        </p:txBody>
      </p:sp>
      <p:pic>
        <p:nvPicPr>
          <p:cNvPr descr="../image/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108200"/>
            <a:ext cx="8229600" cy="104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14. Открытие третьей вкладки терминала, создание отдельного файла конфигурации для мониторинга отладочной информации, ввод заданной строки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Перезапуск rsyslogd</a:t>
            </a:r>
          </a:p>
        </p:txBody>
      </p:sp>
      <p:pic>
        <p:nvPicPr>
          <p:cNvPr descr="../image/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413000"/>
            <a:ext cx="8229600" cy="44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15. Открытие первой вкладки терминала и перезапуск rsyslogd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Запуск мониторинга отладочной информации</a:t>
            </a:r>
          </a:p>
        </p:txBody>
      </p:sp>
      <p:pic>
        <p:nvPicPr>
          <p:cNvPr descr="../image/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98600"/>
            <a:ext cx="8229600" cy="2273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16. Открытие второй вкладки терминала и запуск мониторинга отладочной информации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Ввод команды</a:t>
            </a:r>
          </a:p>
        </p:txBody>
      </p:sp>
      <p:pic>
        <p:nvPicPr>
          <p:cNvPr descr="../image/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451100"/>
            <a:ext cx="8229600" cy="38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17. Открытие третьей вкладки терминала и ввод команды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сообщения отладки</a:t>
            </a:r>
          </a:p>
        </p:txBody>
      </p:sp>
      <p:pic>
        <p:nvPicPr>
          <p:cNvPr descr="../image/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71600"/>
            <a:ext cx="8229600" cy="2514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18. Просмотр сообщения отладки и закрытие трассировки файла журнала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журнала с journalctl</a:t>
            </a:r>
          </a:p>
        </p:txBody>
      </p:sp>
      <p:pic>
        <p:nvPicPr>
          <p:cNvPr descr="../image/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78000" y="1193800"/>
            <a:ext cx="5575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19. Открытие второй вкладки терминала и просмотр содержимого журнала с событиями с момента последнего запуска системы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Содержимое журнала без пейджера</a:t>
            </a:r>
          </a:p>
        </p:txBody>
      </p:sp>
      <p:pic>
        <p:nvPicPr>
          <p:cNvPr descr="../image/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39900" y="1193800"/>
            <a:ext cx="5676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20. Просмотр содержимого журнала без использования пейджера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Режим просмотра в реальном времени</a:t>
            </a:r>
          </a:p>
        </p:txBody>
      </p:sp>
      <p:pic>
        <p:nvPicPr>
          <p:cNvPr descr="../image/2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00200"/>
            <a:ext cx="8229600" cy="2070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21. Режим просмотра журнала в реальном времени и прерывание просмотра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События для UID0</a:t>
            </a:r>
          </a:p>
        </p:txBody>
      </p:sp>
      <p:pic>
        <p:nvPicPr>
          <p:cNvPr descr="../image/2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06500"/>
            <a:ext cx="8229600" cy="2857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22. Просмотр событий для UID0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Последние 20 строк журнала</a:t>
            </a:r>
          </a:p>
        </p:txBody>
      </p:sp>
      <p:pic>
        <p:nvPicPr>
          <p:cNvPr descr="../image/2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65300" y="1193800"/>
            <a:ext cx="5613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23. Отображение последних 20 строк журнала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Сообщения об ошибках</a:t>
            </a:r>
          </a:p>
        </p:txBody>
      </p:sp>
      <p:pic>
        <p:nvPicPr>
          <p:cNvPr descr="../image/2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24000"/>
            <a:ext cx="8229600" cy="220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24. Просмотр только сообщений об ошибках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Сообщения со вчерашнего дня</a:t>
            </a:r>
          </a:p>
        </p:txBody>
      </p:sp>
      <p:pic>
        <p:nvPicPr>
          <p:cNvPr descr="../image/2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65300" y="1193800"/>
            <a:ext cx="5600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25. Просмотр всех сообщений со вчерашнего дня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Сообщения с ошибкой приоритета</a:t>
            </a:r>
          </a:p>
        </p:txBody>
      </p:sp>
      <p:pic>
        <p:nvPicPr>
          <p:cNvPr descr="../image/2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39900" y="1193800"/>
            <a:ext cx="5664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26. Просмотр сообщений с ошибкой приоритета, которые были зафиксированы со вчерашнего дня. Просмотр детальной информации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Информация о модуле sshd</a:t>
            </a:r>
          </a:p>
        </p:txBody>
      </p:sp>
      <p:pic>
        <p:nvPicPr>
          <p:cNvPr descr="../image/2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78000" y="1193800"/>
            <a:ext cx="558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27. Просмотр дополнительной информации о модуле sshd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Работа с постоянным журналом journald</a:t>
            </a:r>
          </a:p>
        </p:txBody>
      </p:sp>
      <p:pic>
        <p:nvPicPr>
          <p:cNvPr descr="../image/2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51000" y="1193800"/>
            <a:ext cx="5854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28. Запуск терминала и получение полномочий администратора, создание каталога для хранения записей журнала, корректировка прав доступа для каталога /var/log/journal, принятия изменений, просмотр сообщения журнала с момента последней перезагрузки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Итоговая проверка</a:t>
            </a:r>
          </a:p>
        </p:txBody>
      </p:sp>
      <p:pic>
        <p:nvPicPr>
          <p:cNvPr descr="../image/2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22600" y="1193800"/>
            <a:ext cx="3098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29. Итоговая проверка работы с журналами событий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получены навыки работы с журналами мониторинга различных событий в системе. Освоены методы мониторинга системных событий в реальном времени, настройка правил rsyslog.conf, работа с journalctl для просмотра и фильтрации журналов.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Linux man pages: rsyslogd(8), journalctl(1), logger(1)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№7</dc:title>
  <dc:creator>Лемуш Мариу Франсишку</dc:creator>
  <cp:keywords/>
  <dcterms:created xsi:type="dcterms:W3CDTF">2026-03-13T02:08:23Z</dcterms:created>
  <dcterms:modified xsi:type="dcterms:W3CDTF">2026-03-13T02:08:23Z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</vt:lpwstr>
  </property>
  <property fmtid="{D5CDD505-2E9C-101B-9397-08002B2CF9AE}" pid="3" name="mainfont">
    <vt:lpwstr>DejaVu Serif</vt:lpwstr>
  </property>
  <property fmtid="{D5CDD505-2E9C-101B-9397-08002B2CF9AE}" pid="4" name="monofont">
    <vt:lpwstr>DejaVu Sans Mono</vt:lpwstr>
  </property>
  <property fmtid="{D5CDD505-2E9C-101B-9397-08002B2CF9AE}" pid="5" name="sansfont">
    <vt:lpwstr>DejaVu Sans</vt:lpwstr>
  </property>
  <property fmtid="{D5CDD505-2E9C-101B-9397-08002B2CF9AE}" pid="6" name="subtitle">
    <vt:lpwstr>Управление журналами событий в системе</vt:lpwstr>
  </property>
  <property fmtid="{D5CDD505-2E9C-101B-9397-08002B2CF9AE}" pid="7" name="theme">
    <vt:lpwstr>CambridgeUS</vt:lpwstr>
  </property>
</Properties>
</file>