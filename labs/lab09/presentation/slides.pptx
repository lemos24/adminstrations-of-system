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№9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SELinux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Получить навыки работы с контекстом безопасности и политиками SELinux</a:t>
            </a:r>
          </a:p>
          <a:p>
            <a:pPr lvl="0"/>
            <a:r>
              <a:rPr/>
              <a:t>Изучить режимы работы SELinux</a:t>
            </a:r>
          </a:p>
          <a:p>
            <a:pPr lvl="0"/>
            <a:r>
              <a:rPr/>
              <a:t>Научиться управлять контекстами безопасности файлов и процессов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SELinux (Security-Enhanced Linux)</a:t>
            </a:r>
          </a:p>
          <a:p>
            <a:pPr lvl="0" indent="0" marL="0">
              <a:buNone/>
            </a:pPr>
            <a:r>
              <a:rPr/>
              <a:t>Основные понятия: - Режимы: Enforcing, Permissive, Disabled - Контекст безопасности: user:role:type - Политики: targeted, mls - Команды: </a:t>
            </a:r>
            <a:r>
              <a:rPr>
                <a:latin typeface="DejaVu Sans Mono"/>
              </a:rPr>
              <a:t>getenforce</a:t>
            </a:r>
            <a:r>
              <a:rPr/>
              <a:t>, </a:t>
            </a:r>
            <a:r>
              <a:rPr>
                <a:latin typeface="DejaVu Sans Mono"/>
              </a:rPr>
              <a:t>setenforce</a:t>
            </a:r>
            <a:r>
              <a:rPr/>
              <a:t>, </a:t>
            </a:r>
            <a:r>
              <a:rPr>
                <a:latin typeface="DejaVu Sans Mono"/>
              </a:rPr>
              <a:t>chcon</a:t>
            </a:r>
            <a:r>
              <a:rPr/>
              <a:t>, </a:t>
            </a:r>
            <a:r>
              <a:rPr>
                <a:latin typeface="DejaVu Sans Mono"/>
              </a:rPr>
              <a:t>restorecon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информации о SELinux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8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Запуск терминала и получение полномочий администратора, просмотр текущей информации о состоянии SELinux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Режимы работы SELinux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82296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Просмотр режима работы SELinux, изменение режима работы и проверка, открытие файла в текстовом редакторе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SELINUX=disabled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Установка в файле SELINUX=disabled, сохранение изменений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Перезагрузка системы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82296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Перезагрузка системы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Статус SELinux после перезагрузки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82296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Запуск терминала и получение полномочий администратора, просмотр статуса SELinux, попытка переключения режима работы, открытие файла в текстовом редакторе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SELINUX=enforcing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82296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Установка в файле SELINUX=enforcing, сохранение изменений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Перезагрузка системы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Перезагрузка системы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Предупреждающее сообщение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Получение предупреждающего сообщения при перезагрузке системы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Текущее состояние SELinux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66900"/>
            <a:ext cx="8229600" cy="153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Запуск терминала и получение полномочий администратора, просмотр текущей информации о состоянии SELinux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контекстов безопасности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Запуск терминала и получение полномочий администратора, просмотр контекста безопасности файла, копирование файла в домашний каталог, проверка контекст файла, попытка перезаписи файла и подтверждение, проверка типа контекста, исправление контекста безопасности, проверка изменения типа контекста, добавление массового исправления контекста безопасности на файловой системе. Перезагрузка системы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Загрузочные сообщения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2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Просмотр загрузочных сообщений после нажатия клавиши “Esc”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необходимого ПО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60600"/>
            <a:ext cx="8229600" cy="74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Запуск терминала и получение полномочий администратора, установка необходимого программного обеспечения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нового хранилища для веб-сервера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5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Создание нового хранилища (для файлов web-сервера) и файла в этом хранилище, открытие файла в текстовом редакторе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текста в файл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47900"/>
            <a:ext cx="8229600" cy="77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Добавление текста в файл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правил доступа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25700"/>
            <a:ext cx="8229600" cy="41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Комментирование строки и добавление ниже другой. Комментирование раздела и добавление следующего, определяющего правила доступа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веб-сервера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5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Запуск веб-сервера и службы httpd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Обращение к веб-серверу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90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Открытие терминала под учётной записью своего пользователя, обращение к веб-серверу в текстовом браузере lynx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Веб-страница по умолчанию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3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Открытие веб-страницы Red Hat по умолчанию, выход из lynx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работы с контекстом безопасности и политиками SELinux. Освоены методы переключения режимов работы, управления контекстами файлов, настройки веб-сервера с учетом политик SELinux.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selinux(8), getenforce(1), setenforce(8), chcon(1), restorecon(8)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№9</dc:title>
  <dc:creator>Лемуш Мариу Франсишку</dc:creator>
  <cp:keywords/>
  <dcterms:created xsi:type="dcterms:W3CDTF">2026-03-13T02:33:58Z</dcterms:created>
  <dcterms:modified xsi:type="dcterms:W3CDTF">2026-03-13T02:33:58Z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SELinux</vt:lpwstr>
  </property>
  <property fmtid="{D5CDD505-2E9C-101B-9397-08002B2CF9AE}" pid="7" name="theme">
    <vt:lpwstr>CambridgeUS</vt:lpwstr>
  </property>
</Properties>
</file>