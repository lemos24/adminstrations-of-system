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пользователями и группами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механизмы управления пользователями и группами в ОС Linux</a:t>
            </a:r>
          </a:p>
          <a:p>
            <a:pPr lvl="0"/>
            <a:r>
              <a:rPr/>
              <a:t>Получить практические навыки создания учетных записей</a:t>
            </a:r>
          </a:p>
          <a:p>
            <a:pPr lvl="0"/>
            <a:r>
              <a:rPr/>
              <a:t>Рассмотреть работу с правами доступа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Управление пользователями и группами в Linux</a:t>
            </a:r>
          </a:p>
          <a:p>
            <a:pPr lvl="0" indent="0" marL="0">
              <a:buNone/>
            </a:pPr>
            <a:r>
              <a:rPr/>
              <a:t>Основные конфигурационные файлы: - </a:t>
            </a:r>
            <a:r>
              <a:rPr>
                <a:latin typeface="DejaVu Sans Mono"/>
              </a:rPr>
              <a:t>/etc/passwd</a:t>
            </a:r>
            <a:r>
              <a:rPr/>
              <a:t> — информация о пользователях - </a:t>
            </a:r>
            <a:r>
              <a:rPr>
                <a:latin typeface="DejaVu Sans Mono"/>
              </a:rPr>
              <a:t>/etc/shadow</a:t>
            </a:r>
            <a:r>
              <a:rPr/>
              <a:t> — зашифрованные пароли - </a:t>
            </a:r>
            <a:r>
              <a:rPr>
                <a:latin typeface="DejaVu Sans Mono"/>
              </a:rPr>
              <a:t>/etc/group</a:t>
            </a:r>
            <a:r>
              <a:rPr/>
              <a:t> — информация о группах - </a:t>
            </a:r>
            <a:r>
              <a:rPr>
                <a:latin typeface="DejaVu Sans Mono"/>
              </a:rPr>
              <a:t>/etc/skel/</a:t>
            </a:r>
            <a:r>
              <a:rPr/>
              <a:t> — шаблон домашней директории</a:t>
            </a:r>
          </a:p>
          <a:p>
            <a:pPr lvl="0" indent="0" marL="0">
              <a:buNone/>
            </a:pPr>
            <a:r>
              <a:rPr/>
              <a:t>Основные команды: </a:t>
            </a:r>
            <a:r>
              <a:rPr>
                <a:latin typeface="DejaVu Sans Mono"/>
              </a:rPr>
              <a:t>useradd</a:t>
            </a:r>
            <a:r>
              <a:rPr/>
              <a:t>, </a:t>
            </a:r>
            <a:r>
              <a:rPr>
                <a:latin typeface="DejaVu Sans Mono"/>
              </a:rPr>
              <a:t>usermod</a:t>
            </a:r>
            <a:r>
              <a:rPr/>
              <a:t>, </a:t>
            </a:r>
            <a:r>
              <a:rPr>
                <a:latin typeface="DejaVu Sans Mono"/>
              </a:rPr>
              <a:t>groupadd</a:t>
            </a:r>
            <a:r>
              <a:rPr/>
              <a:t>, </a:t>
            </a:r>
            <a:r>
              <a:rPr>
                <a:latin typeface="DejaVu Sans Mono"/>
              </a:rPr>
              <a:t>passwd</a:t>
            </a:r>
            <a:r>
              <a:rPr/>
              <a:t>, </a:t>
            </a:r>
            <a:r>
              <a:rPr>
                <a:latin typeface="DejaVu Sans Mono"/>
              </a:rPr>
              <a:t>id</a:t>
            </a:r>
            <a:r>
              <a:rPr/>
              <a:t>, </a:t>
            </a:r>
            <a:r>
              <a:rPr>
                <a:latin typeface="DejaVu Sans Mono"/>
              </a:rPr>
              <a:t>whoami</a:t>
            </a:r>
            <a:r>
              <a:rPr/>
              <a:t>, </a:t>
            </a:r>
            <a:r>
              <a:rPr>
                <a:latin typeface="DejaVu Sans Mono"/>
              </a:rPr>
              <a:t>su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Команды whoami, id, su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Команды: whoami, id, su, visudo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Поиск строки в файле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Поиск нужной строки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пользователя alice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8229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пользователя alice (группа wheel)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Переключение на пользователя alice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7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Переключение на alice, создание пользователя bob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Переключение на root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57400"/>
            <a:ext cx="8229600" cy="115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Переключение на пользователя root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параметра USERGROUPS_ENAB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2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Изменение USERGROUPS_ENAB yes на no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каталогов в /etc/skel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8229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каталогов Pictures и Documents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Редактирование .bashrc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Добавление export EDITOR=/usr/bin/vim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пользователя carol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7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пользователя carol и установка пароля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параметров пароля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Срок действия пароля 90 дней, предупреждение за 3 дня, минимальное использование 30 дней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файла скрипта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27200"/>
            <a:ext cx="8229600" cy="180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файла скрипта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содержимого скрипта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8229600" cy="77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Добавление кода в файл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скрипта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27200"/>
            <a:ext cx="82296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скрипта и проверка идентификаторов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групп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6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двух групп и добавление пользователей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изучены основы управления пользователями и группами в ОС Linux. Освоены команды </a:t>
            </a:r>
            <a:r>
              <a:rPr>
                <a:latin typeface="DejaVu Sans Mono"/>
              </a:rPr>
              <a:t>useradd</a:t>
            </a:r>
            <a:r>
              <a:rPr/>
              <a:t>, </a:t>
            </a:r>
            <a:r>
              <a:rPr>
                <a:latin typeface="DejaVu Sans Mono"/>
              </a:rPr>
              <a:t>usermod</a:t>
            </a:r>
            <a:r>
              <a:rPr/>
              <a:t>, </a:t>
            </a:r>
            <a:r>
              <a:rPr>
                <a:latin typeface="DejaVu Sans Mono"/>
              </a:rPr>
              <a:t>groupadd</a:t>
            </a:r>
            <a:r>
              <a:rPr/>
              <a:t>, </a:t>
            </a:r>
            <a:r>
              <a:rPr>
                <a:latin typeface="DejaVu Sans Mono"/>
              </a:rPr>
              <a:t>passwd</a:t>
            </a:r>
            <a:r>
              <a:rPr/>
              <a:t>, </a:t>
            </a:r>
            <a:r>
              <a:rPr>
                <a:latin typeface="DejaVu Sans Mono"/>
              </a:rPr>
              <a:t>id</a:t>
            </a:r>
            <a:r>
              <a:rPr/>
              <a:t>, </a:t>
            </a:r>
            <a:r>
              <a:rPr>
                <a:latin typeface="DejaVu Sans Mono"/>
              </a:rPr>
              <a:t>whoami</a:t>
            </a:r>
            <a:r>
              <a:rPr/>
              <a:t>, </a:t>
            </a:r>
            <a:r>
              <a:rPr>
                <a:latin typeface="DejaVu Sans Mono"/>
              </a:rPr>
              <a:t>su</a:t>
            </a:r>
            <a:r>
              <a:rPr/>
              <a:t>, а также работа с конфигурационными файлами </a:t>
            </a:r>
            <a:r>
              <a:rPr>
                <a:latin typeface="DejaVu Sans Mono"/>
              </a:rPr>
              <a:t>/etc/passwd</a:t>
            </a:r>
            <a:r>
              <a:rPr/>
              <a:t>, </a:t>
            </a:r>
            <a:r>
              <a:rPr>
                <a:latin typeface="DejaVu Sans Mono"/>
              </a:rPr>
              <a:t>/etc/shadow</a:t>
            </a:r>
            <a:r>
              <a:rPr/>
              <a:t>, </a:t>
            </a:r>
            <a:r>
              <a:rPr>
                <a:latin typeface="DejaVu Sans Mono"/>
              </a:rPr>
              <a:t>/etc/group</a:t>
            </a:r>
            <a:r>
              <a:rPr/>
              <a:t> и шаблонной директорией </a:t>
            </a:r>
            <a:r>
              <a:rPr>
                <a:latin typeface="DejaVu Sans Mono"/>
              </a:rPr>
              <a:t>/etc/skel/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useradd(8), usermod(8), groupadd(8), passwd(1)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№2</dc:title>
  <dc:creator>Лемуш Мариу Франсишку</dc:creator>
  <cp:keywords/>
  <dcterms:created xsi:type="dcterms:W3CDTF">2026-03-13T01:09:16Z</dcterms:created>
  <dcterms:modified xsi:type="dcterms:W3CDTF">2026-03-13T01:09:16Z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пользователями и группами</vt:lpwstr>
  </property>
  <property fmtid="{D5CDD505-2E9C-101B-9397-08002B2CF9AE}" pid="7" name="theme">
    <vt:lpwstr>CambridgeUS</vt:lpwstr>
  </property>
</Properties>
</file>