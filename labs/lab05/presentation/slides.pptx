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Управление системными службами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Получить навыки управления системными службами операционной системы посредством systemd</a:t>
            </a:r>
          </a:p>
          <a:p>
            <a:pPr lvl="0"/>
            <a:r>
              <a:rPr/>
              <a:t>Изучить основные команды для управления сервисами</a:t>
            </a:r>
          </a:p>
          <a:p>
            <a:pPr lvl="0"/>
            <a:r>
              <a:rPr/>
              <a:t>Научиться работать с зависимостями и конфликтами юнитов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Управление службами в Linux (systemd)</a:t>
            </a:r>
          </a:p>
          <a:p>
            <a:pPr lvl="0" indent="0" marL="0">
              <a:buNone/>
            </a:pPr>
            <a:r>
              <a:rPr/>
              <a:t>Основные понятия: - </a:t>
            </a:r>
            <a:r>
              <a:rPr>
                <a:latin typeface="DejaVu Sans Mono"/>
              </a:rPr>
              <a:t>systemctl</a:t>
            </a:r>
            <a:r>
              <a:rPr/>
              <a:t> — основная команда для управления службами - Юниты — единицы управления (сервисы, цели, сокеты) - Зависимости — отношения между юнитами - Цели (targets) — группы юнитов для определенных состояний системы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статуса службы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43100"/>
            <a:ext cx="82296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Открытие режима работы суперпользователя и проверка статуса службы Very Secure FTP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службы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20900"/>
            <a:ext cx="8229600" cy="102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Установка службы Very Secure FTP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службы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49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Запуск службы Very Secure FTP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статуса после запуска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63700"/>
            <a:ext cx="8229600" cy="195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Проверка статуса службы Very Secure FTP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в автозапуск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5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Добавление службы Very Secure FTP в автозапуск и проверка её статуса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Символические ссылки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46200"/>
            <a:ext cx="82296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Вывод на экран символических ссылок, добавление службы Very Secure FTP в автозапуск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символических ссылок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41500" y="1193800"/>
            <a:ext cx="5461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Вывод на экран символических ссылок, проверка статуса службы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Зависимости юнита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22500"/>
            <a:ext cx="8229600" cy="81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Список зависимостей юнита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Зависимые юниты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00200"/>
            <a:ext cx="82296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Список юнитов, которые зависят от данного юнита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iptables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71700"/>
            <a:ext cx="8229600" cy="93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Получение полномочий администратора и установка iptables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статуса firewalld и iptables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Проверка статуса firewalld и iptables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Попытка запуска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95600" y="1193800"/>
            <a:ext cx="334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Попытка запуска firewalld и iptables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Настройки конфликтов для firewalld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54100" y="1193800"/>
            <a:ext cx="703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Настройки конфликтов для юнита firewalld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Настройки конфликтов для iptables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84300" y="1193800"/>
            <a:ext cx="637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Настройки конфликтов для юнита iptables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Управление конфликтующими службами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16200" y="1193800"/>
            <a:ext cx="391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Выгрузка службы iptables, загрузка службы firewalld, блокировка запуска iptables, попытка запуска iptables и добавления iptables в автозапуск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Итоговая проверка</a:t>
            </a:r>
          </a:p>
        </p:txBody>
      </p:sp>
      <p:pic>
        <p:nvPicPr>
          <p:cNvPr descr="../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16. Итоговая проверка состояния системных служб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навыки управления системными службами операционной системы посредством systemd. Освоены команды </a:t>
            </a:r>
            <a:r>
              <a:rPr>
                <a:latin typeface="DejaVu Sans Mono"/>
              </a:rPr>
              <a:t>systemctl</a:t>
            </a:r>
            <a:r>
              <a:rPr/>
              <a:t> для запуска, остановки, проверки статуса и управления автозагрузкой сервисов. Изучены механизмы зависимостей и конфликтов между юнитами.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systemctl(1), systemd.unit(5)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№5</dc:title>
  <dc:creator>Лемуш Мариу Франсишку</dc:creator>
  <cp:keywords/>
  <dcterms:created xsi:type="dcterms:W3CDTF">2026-03-13T01:48:47Z</dcterms:created>
  <dcterms:modified xsi:type="dcterms:W3CDTF">2026-03-13T01:48:47Z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Управление системными службами</vt:lpwstr>
  </property>
  <property fmtid="{D5CDD505-2E9C-101B-9397-08002B2CF9AE}" pid="7" name="theme">
    <vt:lpwstr>CambridgeUS</vt:lpwstr>
  </property>
</Properties>
</file>