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Настройка сетевых параметров в Linux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 ## Цель работы</a:t>
            </a:r>
          </a:p>
          <a:p>
            <a:pPr lvl="0"/>
            <a:r>
              <a:rPr/>
              <a:t>Изучить основные сетевые параметры в ОС Linux</a:t>
            </a:r>
          </a:p>
          <a:p>
            <a:pPr lvl="0"/>
            <a:r>
              <a:rPr/>
              <a:t>Освоить команды для настройки сетевых интерфейсов</a:t>
            </a:r>
          </a:p>
          <a:p>
            <a:pPr lvl="0"/>
            <a:r>
              <a:rPr/>
              <a:t>Научиться конфигурировать статические и динамические IP-адреса</a:t>
            </a:r>
          </a:p>
          <a:p>
            <a:pPr lvl="0"/>
            <a:r>
              <a:rPr/>
              <a:t>Получить навыки управления сетевыми службами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Настройка сети в Linux</a:t>
            </a:r>
          </a:p>
          <a:p>
            <a:pPr lvl="0" indent="0" marL="0">
              <a:buNone/>
            </a:pPr>
            <a:r>
              <a:rPr/>
              <a:t>Основные команды: - </a:t>
            </a:r>
            <a:r>
              <a:rPr>
                <a:latin typeface="DejaVu Sans Mono"/>
              </a:rPr>
              <a:t>ip addr show</a:t>
            </a:r>
            <a:r>
              <a:rPr/>
              <a:t> — просмотр IP-адресов - </a:t>
            </a:r>
            <a:r>
              <a:rPr>
                <a:latin typeface="DejaVu Sans Mono"/>
              </a:rPr>
              <a:t>ip route show</a:t>
            </a:r>
            <a:r>
              <a:rPr/>
              <a:t> — просмотр маршрутов - </a:t>
            </a:r>
            <a:r>
              <a:rPr>
                <a:latin typeface="DejaVu Sans Mono"/>
              </a:rPr>
              <a:t>nmcli</a:t>
            </a:r>
            <a:r>
              <a:rPr/>
              <a:t> — управление NetworkManager - </a:t>
            </a:r>
            <a:r>
              <a:rPr>
                <a:latin typeface="DejaVu Sans Mono"/>
              </a:rPr>
              <a:t>hostnamectl</a:t>
            </a:r>
            <a:r>
              <a:rPr/>
              <a:t> — управление именем хоста - </a:t>
            </a:r>
            <a:r>
              <a:rPr>
                <a:latin typeface="DejaVu Sans Mono"/>
              </a:rPr>
              <a:t>ping</a:t>
            </a:r>
            <a:r>
              <a:rPr/>
              <a:t> — проверка доступности узлов</a:t>
            </a:r>
          </a:p>
          <a:p>
            <a:pPr lvl="0" indent="0" marL="0">
              <a:buNone/>
            </a:pPr>
            <a:r>
              <a:rPr/>
              <a:t>Конфигурационные файлы: - </a:t>
            </a:r>
            <a:r>
              <a:rPr>
                <a:latin typeface="DejaVu Sans Mono"/>
              </a:rPr>
              <a:t>/etc/sysconfig/network-scripts/</a:t>
            </a:r>
            <a:r>
              <a:rPr/>
              <a:t> — настройки интерфейсов (RHEL/Rocky) - </a:t>
            </a:r>
            <a:r>
              <a:rPr>
                <a:latin typeface="DejaVu Sans Mono"/>
              </a:rPr>
              <a:t>/etc/resolv.conf</a:t>
            </a:r>
            <a:r>
              <a:rPr/>
              <a:t> — настройки DNS - </a:t>
            </a:r>
            <a:r>
              <a:rPr>
                <a:latin typeface="DejaVu Sans Mono"/>
              </a:rPr>
              <a:t>/etc/hosts</a:t>
            </a:r>
            <a:r>
              <a:rPr/>
              <a:t> — локальное разрешение имён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всех сетевых интерфейсов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00300" y="1193800"/>
            <a:ext cx="4356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Просмотр всех сетевых интерфейсов с помощью команды ip addr show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таблицы маршрутизации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27100" y="1193800"/>
            <a:ext cx="7289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Просмотр таблицы маршрутизации с помощью ip route show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статистики сетевых интерфейсов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09800" y="1193800"/>
            <a:ext cx="4724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Просмотр статистики сетевых интерфейсов с помощью ip -s link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активных сетевых соединений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32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Просмотр активных сетевых соединений и открытых портов с помощью ss -tulpn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конфигурации DNS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38300"/>
            <a:ext cx="8229600" cy="199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Просмотр настроек DNS в файле /etc/resolv.conf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файла hosts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95500" y="1193800"/>
            <a:ext cx="4953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Просмотр файла /etc/hosts для локального разрешения имён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Конфигурационные файлы интерфейсов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01700" y="1193800"/>
            <a:ext cx="732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Просмотр конфигурационных файлов сетевых интерфейсов в /etc/sysconfig/network-scripts/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 статического IP-адреса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68500" y="1193800"/>
            <a:ext cx="5207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Настройка статического IP-адреса в файле конфигурации интерфейса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 динамического IP (DHCP)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7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Настройка получения IP-адреса через DHCP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Применение сетевых настроек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30400"/>
            <a:ext cx="8229600" cy="140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Перезапуск сетевой службы для применения изменений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Управление NetworkManager через nmcli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82700"/>
            <a:ext cx="82296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Просмотр статуса сетевых устройств с помощью nmcli dev status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 соединения через nmcli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03400" y="1193800"/>
            <a:ext cx="552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Создание и настройка сетевого соединения через nmcli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Текстовый интерфейс nmtui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98700"/>
            <a:ext cx="8229600" cy="67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Интерактивная настройка сети через текстовый интерфейс nmtui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Управление именем хоста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71700"/>
            <a:ext cx="8229600" cy="93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Управление именем хоста с помощью команды hostnamectl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сетевой доступности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120900"/>
            <a:ext cx="8229600" cy="104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Проверка сетевой доступности с помощью команды ping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изучены основные сетевые параметры в ОС Linux и методы их настройки. Получены практические навыки просмотра сетевых интерфейсов с помощью команд </a:t>
            </a:r>
            <a:r>
              <a:rPr>
                <a:latin typeface="DejaVu Sans Mono"/>
              </a:rPr>
              <a:t>ip addr</a:t>
            </a:r>
            <a:r>
              <a:rPr/>
              <a:t>, </a:t>
            </a:r>
            <a:r>
              <a:rPr>
                <a:latin typeface="DejaVu Sans Mono"/>
              </a:rPr>
              <a:t>ip route</a:t>
            </a:r>
            <a:r>
              <a:rPr/>
              <a:t>, </a:t>
            </a:r>
            <a:r>
              <a:rPr>
                <a:latin typeface="DejaVu Sans Mono"/>
              </a:rPr>
              <a:t>ss</a:t>
            </a:r>
            <a:r>
              <a:rPr/>
              <a:t>. Освоены методы настройки статических и динамических IP-адресов через конфигурационные файлы и с помощью NetworkManager.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ip(8), nmcli(1), nmtui(1), hostnamectl(1), ping(8), ss(8)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№12</dc:title>
  <dc:creator>Лемуш Мариу Франсишку</dc:creator>
  <cp:keywords/>
  <dcterms:created xsi:type="dcterms:W3CDTF">2026-03-13T02:57:34Z</dcterms:created>
  <dcterms:modified xsi:type="dcterms:W3CDTF">2026-03-13T02:57:34Z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Настройка сетевых параметров в Linux</vt:lpwstr>
  </property>
  <property fmtid="{D5CDD505-2E9C-101B-9397-08002B2CF9AE}" pid="7" name="theme">
    <vt:lpwstr>CambridgeUS</vt:lpwstr>
  </property>
</Properties>
</file>