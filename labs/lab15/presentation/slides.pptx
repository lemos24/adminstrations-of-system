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№15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Управление логическими томами (LVM)</a:t>
            </a:r>
            <a:br/>
            <a:br/>
            <a:r>
              <a:rPr/>
              <a:t>Лемуш Мариу Франсишку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Лемуш Мариу Франсишку</a:t>
            </a:r>
          </a:p>
          <a:p>
            <a:pPr lvl="0"/>
            <a:r>
              <a:rPr/>
              <a:t>Студент группы НПИбд-01-24</a:t>
            </a:r>
          </a:p>
          <a:p>
            <a:pPr lvl="0"/>
            <a:r>
              <a:rPr/>
              <a:t>Студ. билет 1032239162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Получить навыки управления логическими томами (LVM)</a:t>
            </a:r>
          </a:p>
          <a:p>
            <a:pPr lvl="0"/>
            <a:r>
              <a:rPr/>
              <a:t>Изучить создание физических томов, групп томов и логических томов</a:t>
            </a:r>
          </a:p>
          <a:p>
            <a:pPr lvl="0"/>
            <a:r>
              <a:rPr/>
              <a:t>Научиться изменять размер логических томов</a:t>
            </a:r>
          </a:p>
          <a:p>
            <a:pPr lvl="0"/>
            <a:r>
              <a:rPr/>
              <a:t>Освоить работу с LVM в Linux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Теоретическая справка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LVM (Logical Volume Manager)</a:t>
            </a:r>
          </a:p>
          <a:p>
            <a:pPr lvl="0" indent="0" marL="0">
              <a:buNone/>
            </a:pPr>
            <a:r>
              <a:rPr/>
              <a:t>Компоненты LVM: - Физический том (Physical Volume, PV) — диск или раздел для LVM - Группа томов (Volume Group, VG) — объединение физических томов - Логический том (Logical Volume, LV) — виртуальный раздел</a:t>
            </a:r>
          </a:p>
          <a:p>
            <a:pPr lvl="0" indent="0" marL="0">
              <a:buNone/>
            </a:pPr>
            <a:r>
              <a:rPr/>
              <a:t>Основные команды: - </a:t>
            </a:r>
            <a:r>
              <a:rPr>
                <a:latin typeface="DejaVu Sans Mono"/>
              </a:rPr>
              <a:t>pvcreate</a:t>
            </a:r>
            <a:r>
              <a:rPr/>
              <a:t>, </a:t>
            </a:r>
            <a:r>
              <a:rPr>
                <a:latin typeface="DejaVu Sans Mono"/>
              </a:rPr>
              <a:t>pvdisplay</a:t>
            </a:r>
            <a:r>
              <a:rPr/>
              <a:t>, </a:t>
            </a:r>
            <a:r>
              <a:rPr>
                <a:latin typeface="DejaVu Sans Mono"/>
              </a:rPr>
              <a:t>pvs</a:t>
            </a:r>
            <a:r>
              <a:rPr/>
              <a:t> — работа с физическими томами - </a:t>
            </a:r>
            <a:r>
              <a:rPr>
                <a:latin typeface="DejaVu Sans Mono"/>
              </a:rPr>
              <a:t>vgcreate</a:t>
            </a:r>
            <a:r>
              <a:rPr/>
              <a:t>, </a:t>
            </a:r>
            <a:r>
              <a:rPr>
                <a:latin typeface="DejaVu Sans Mono"/>
              </a:rPr>
              <a:t>vgdisplay</a:t>
            </a:r>
            <a:r>
              <a:rPr/>
              <a:t>, </a:t>
            </a:r>
            <a:r>
              <a:rPr>
                <a:latin typeface="DejaVu Sans Mono"/>
              </a:rPr>
              <a:t>vgs</a:t>
            </a:r>
            <a:r>
              <a:rPr/>
              <a:t> — работа с группами томов - </a:t>
            </a:r>
            <a:r>
              <a:rPr>
                <a:latin typeface="DejaVu Sans Mono"/>
              </a:rPr>
              <a:t>lvcreate</a:t>
            </a:r>
            <a:r>
              <a:rPr/>
              <a:t>, </a:t>
            </a:r>
            <a:r>
              <a:rPr>
                <a:latin typeface="DejaVu Sans Mono"/>
              </a:rPr>
              <a:t>lvdisplay</a:t>
            </a:r>
            <a:r>
              <a:rPr/>
              <a:t>, </a:t>
            </a:r>
            <a:r>
              <a:rPr>
                <a:latin typeface="DejaVu Sans Mono"/>
              </a:rPr>
              <a:t>lvs</a:t>
            </a:r>
            <a:r>
              <a:rPr/>
              <a:t> — работа с логическими томами - </a:t>
            </a:r>
            <a:r>
              <a:rPr>
                <a:latin typeface="DejaVu Sans Mono"/>
              </a:rPr>
              <a:t>lvextend</a:t>
            </a:r>
            <a:r>
              <a:rPr/>
              <a:t>, </a:t>
            </a:r>
            <a:r>
              <a:rPr>
                <a:latin typeface="DejaVu Sans Mono"/>
              </a:rPr>
              <a:t>lvreduce</a:t>
            </a:r>
            <a:r>
              <a:rPr/>
              <a:t>, </a:t>
            </a:r>
            <a:r>
              <a:rPr>
                <a:latin typeface="DejaVu Sans Mono"/>
              </a:rPr>
              <a:t>lvresize</a:t>
            </a:r>
            <a:r>
              <a:rPr/>
              <a:t> — изменение размера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Открытие файла /etc/fstab</a:t>
            </a:r>
          </a:p>
        </p:txBody>
      </p:sp>
      <p:pic>
        <p:nvPicPr>
          <p:cNvPr descr="../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03400"/>
            <a:ext cx="8229600" cy="1676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1. Получение полномочий администратора, открытие файла /etc/fstab в текстовом редакторе mcedit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Комментирование строк автомонтирования</a:t>
            </a:r>
          </a:p>
        </p:txBody>
      </p:sp>
      <p:pic>
        <p:nvPicPr>
          <p:cNvPr descr="../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193800"/>
            <a:ext cx="4813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2. Комментирование строк автомонтирования в файле /etc/fstab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Отмонтирование разделов</a:t>
            </a:r>
          </a:p>
        </p:txBody>
      </p:sp>
      <p:pic>
        <p:nvPicPr>
          <p:cNvPr descr="../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49500" y="1193800"/>
            <a:ext cx="4445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3. Отмонтирование /mnt/data и /mnt/data-ext. Проверка, что диски не подмонтированы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новой таблицы DOS-партиции</a:t>
            </a:r>
          </a:p>
        </p:txBody>
      </p:sp>
      <p:pic>
        <p:nvPicPr>
          <p:cNvPr descr="../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36800" y="1193800"/>
            <a:ext cx="4457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4. Просмотр текущей разметки дискового пространства, создание новой пустой таблицы DOS-партиции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удаления партиций</a:t>
            </a:r>
          </a:p>
        </p:txBody>
      </p:sp>
      <p:pic>
        <p:nvPicPr>
          <p:cNvPr descr="../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47800" y="1193800"/>
            <a:ext cx="6235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5. Проверка удаления партиций, сохранение изменений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Запись изменений в таблицу разделов</a:t>
            </a:r>
          </a:p>
        </p:txBody>
      </p:sp>
      <p:pic>
        <p:nvPicPr>
          <p:cNvPr descr="../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6. Запись изменений в таблицу разделов ядра, просмотр информации о разделах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нового раздела</a:t>
            </a:r>
          </a:p>
        </p:txBody>
      </p:sp>
      <p:pic>
        <p:nvPicPr>
          <p:cNvPr descr="../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14400" y="1193800"/>
            <a:ext cx="7315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7. Создание нового раздела, делаем новый раздел основным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Изменение типа раздела</a:t>
            </a:r>
          </a:p>
        </p:txBody>
      </p:sp>
      <p:pic>
        <p:nvPicPr>
          <p:cNvPr descr="../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20800"/>
            <a:ext cx="8229600" cy="2628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8. Изменение типа раздела, запись изменения на диск и выход из fdisk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Обновление таблицы разделов</a:t>
            </a:r>
          </a:p>
        </p:txBody>
      </p:sp>
      <p:pic>
        <p:nvPicPr>
          <p:cNvPr descr="../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44600"/>
            <a:ext cx="82296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9. Обновление таблицы разделов. Указание раздела как физический том. Проверка создания физического тома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группы томов</a:t>
            </a:r>
          </a:p>
        </p:txBody>
      </p:sp>
      <p:pic>
        <p:nvPicPr>
          <p:cNvPr descr="../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06700" y="1193800"/>
            <a:ext cx="3517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10. Проверка доступности физических томов в системе, создание группы томов с присвоенным ей физическим томом, проверка успешного создания томов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физических томов и групп томов</a:t>
            </a:r>
          </a:p>
        </p:txBody>
      </p:sp>
      <p:pic>
        <p:nvPicPr>
          <p:cNvPr descr="../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17600" y="1193800"/>
            <a:ext cx="6896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11. Просмотр имён физических томов с именами групп томов, которым они назначены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логического тома</a:t>
            </a:r>
          </a:p>
        </p:txBody>
      </p:sp>
      <p:pic>
        <p:nvPicPr>
          <p:cNvPr descr="../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71700"/>
            <a:ext cx="8229600" cy="92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12. Создание логического тома LVM с именем lvdata, который будет использовать 50% доступного дискового пространства в группе томов vgdata. Проверка успешного добавления тома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файловой системы на логическом томе</a:t>
            </a:r>
          </a:p>
        </p:txBody>
      </p:sp>
      <p:pic>
        <p:nvPicPr>
          <p:cNvPr descr="../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71800" y="1193800"/>
            <a:ext cx="3187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13. Создание файловой системы поверх логического тома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папки для монтирования</a:t>
            </a:r>
          </a:p>
        </p:txBody>
      </p:sp>
      <p:pic>
        <p:nvPicPr>
          <p:cNvPr descr="../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76400"/>
            <a:ext cx="8229600" cy="193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14. Создание папки для монтирования тома, открытие файла /etc/fstab в текстовом редакторе mcedit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Добавление строки в /etc/fstab</a:t>
            </a:r>
          </a:p>
        </p:txBody>
      </p:sp>
      <p:pic>
        <p:nvPicPr>
          <p:cNvPr descr="../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76400"/>
            <a:ext cx="8229600" cy="191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15. Добавление строки в файл и последующее сохранение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монтирования</a:t>
            </a:r>
          </a:p>
        </p:txBody>
      </p:sp>
      <p:pic>
        <p:nvPicPr>
          <p:cNvPr descr="../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11300"/>
            <a:ext cx="8229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16. Проверка монтирования файловой системы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Отображение текущей конфигурации</a:t>
            </a:r>
          </a:p>
        </p:txBody>
      </p:sp>
      <p:pic>
        <p:nvPicPr>
          <p:cNvPr descr="../image/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17. Отображение текущей конфигурации физических томов и группы томов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Добавление нового раздела</a:t>
            </a:r>
          </a:p>
        </p:txBody>
      </p:sp>
      <p:pic>
        <p:nvPicPr>
          <p:cNvPr descr="../image/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55700" y="1193800"/>
            <a:ext cx="6819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18. Добавление раздела /dev/sdd1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физического тома и проверка</a:t>
            </a:r>
          </a:p>
        </p:txBody>
      </p:sp>
      <p:pic>
        <p:nvPicPr>
          <p:cNvPr descr="../image/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416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19. Создание физического тома, проверка увеличения размера доступной группы томов, проверка текущего размера логического тома lvdata, проверка текущего размера файловой системы на lvdata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Увеличение логического тома</a:t>
            </a:r>
          </a:p>
        </p:txBody>
      </p:sp>
      <p:pic>
        <p:nvPicPr>
          <p:cNvPr descr="../image/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41500" y="1193800"/>
            <a:ext cx="5461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20. Увеличение lvdata на 50% оставшегося доступного дискового пространства в группе томов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Уменьшение логического тома</a:t>
            </a:r>
          </a:p>
        </p:txBody>
      </p:sp>
      <p:pic>
        <p:nvPicPr>
          <p:cNvPr descr="../image/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36800" y="1193800"/>
            <a:ext cx="4457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21. Проверка доступности добавленного дискового пространства, уменьшение размера lvdata на 50 МБ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успешного изменения</a:t>
            </a:r>
          </a:p>
        </p:txBody>
      </p:sp>
      <p:pic>
        <p:nvPicPr>
          <p:cNvPr descr="../image/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193800"/>
            <a:ext cx="487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22. Проверка успешного изменения дискового пространства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Итоговая проверка LVM</a:t>
            </a:r>
          </a:p>
        </p:txBody>
      </p:sp>
      <p:pic>
        <p:nvPicPr>
          <p:cNvPr descr="../image/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20900" y="1193800"/>
            <a:ext cx="4902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23. Итоговая проверка конфигурации LVM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навыки управления логическими томами (LVM) в Linux. Освоены методы создания физических томов, групп томов и логических томов, изменения размера логических томов, а также настройки автоматического монтирования LVM-томов.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Linux man pages: lvm(8), pvcreate(8), vgcreate(8), lvcreate(8), lvextend(8), lvreduce(8)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№15</dc:title>
  <dc:creator>Лемуш Мариу Франсишку</dc:creator>
  <cp:keywords/>
  <dcterms:created xsi:type="dcterms:W3CDTF">2026-03-13T03:25:57Z</dcterms:created>
  <dcterms:modified xsi:type="dcterms:W3CDTF">2026-03-13T03:25:57Z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Управление логическими томами (LVM)</vt:lpwstr>
  </property>
  <property fmtid="{D5CDD505-2E9C-101B-9397-08002B2CF9AE}" pid="7" name="theme">
    <vt:lpwstr>CambridgeUS</vt:lpwstr>
  </property>
</Properties>
</file>