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6" Type="http://schemas.openxmlformats.org/officeDocument/2006/relationships/viewProps" Target="viewProps.xml" /><Relationship Id="rId2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8" Type="http://schemas.openxmlformats.org/officeDocument/2006/relationships/tableStyles" Target="tableStyles.xml" /><Relationship Id="rId2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№1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Установка операционной системы Linux</a:t>
            </a:r>
            <a:br/>
            <a:br/>
            <a:r>
              <a:rPr/>
              <a:t>Лемуш Мариу Франсишку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Лемуш Мариу Франсишку</a:t>
            </a:r>
          </a:p>
          <a:p>
            <a:pPr lvl="0"/>
            <a:r>
              <a:rPr/>
              <a:t>Студент группы НПИбд-01-24</a:t>
            </a:r>
          </a:p>
          <a:p>
            <a:pPr lvl="0"/>
            <a:r>
              <a:rPr/>
              <a:t>Студ. билет 1032239162</a:t>
            </a:r>
          </a:p>
          <a:p>
            <a:pPr lvl="0"/>
            <a:r>
              <a:rPr/>
              <a:t>Российский университет дружбы народов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Получить практические навыки установки операционной системы на виртуальную машину</a:t>
            </a:r>
          </a:p>
          <a:p>
            <a:pPr lvl="0"/>
            <a:r>
              <a:rPr/>
              <a:t>Научиться настраивать минимально необходимые сервисы для дальнейшей работы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Теоретическая справка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Установка ОС Linux</a:t>
            </a:r>
          </a:p>
          <a:p>
            <a:pPr lvl="0" indent="0" marL="0">
              <a:buNone/>
            </a:pPr>
            <a:r>
              <a:rPr/>
              <a:t>Основные этапы: - Создание виртуальной машины - Настройка параметров оборудования - Установка дистрибутива - Первоначальная настройка системы - Установка дополнительного ПО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Скачивание виртуальной машины</a:t>
            </a:r>
          </a:p>
        </p:txBody>
      </p:sp>
      <p:pic>
        <p:nvPicPr>
          <p:cNvPr descr="../image/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36700" y="1193800"/>
            <a:ext cx="6083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1. Скачивание виртуальной машины Rocky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Скачивание дистрибутива Linux Rocky</a:t>
            </a:r>
          </a:p>
        </p:txBody>
      </p:sp>
      <p:pic>
        <p:nvPicPr>
          <p:cNvPr descr="../image/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2870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2. Скачивание дистрибутива Linux Rocky. Установка Linux версии Red Hat на виртуальную машину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Установка Linux версии Red Hat (64-bit)</a:t>
            </a:r>
          </a:p>
        </p:txBody>
      </p:sp>
      <p:pic>
        <p:nvPicPr>
          <p:cNvPr descr="../image/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892300"/>
            <a:ext cx="8229600" cy="1485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3. Установка Linux версии Red Hat (64-bit). Указание объёма памяти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Указание объёма памяти</a:t>
            </a:r>
          </a:p>
        </p:txBody>
      </p:sp>
      <p:pic>
        <p:nvPicPr>
          <p:cNvPr descr="../image/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981200"/>
            <a:ext cx="8229600" cy="130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4. Указание объёма памяти. Жесткий диск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Создание нового виртуального жёсткого диска</a:t>
            </a:r>
          </a:p>
        </p:txBody>
      </p:sp>
      <p:pic>
        <p:nvPicPr>
          <p:cNvPr descr="../image/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38300"/>
            <a:ext cx="8229600" cy="198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5. Создание нового виртуального жёсткого диска. Указание типа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Указание типа VDI</a:t>
            </a:r>
          </a:p>
        </p:txBody>
      </p:sp>
      <p:pic>
        <p:nvPicPr>
          <p:cNvPr descr="../image/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260600"/>
            <a:ext cx="8229600" cy="74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6. Указание типа VDI (VirtualBox Disk Image). Указание формата хранения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Указание формата хранения</a:t>
            </a:r>
          </a:p>
        </p:txBody>
      </p:sp>
      <p:pic>
        <p:nvPicPr>
          <p:cNvPr descr="../image/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60500"/>
            <a:ext cx="8229600" cy="2349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7. Указание формата хранения. Размер и имя файла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Указание имени и размера файла</a:t>
            </a:r>
          </a:p>
        </p:txBody>
      </p:sp>
      <p:pic>
        <p:nvPicPr>
          <p:cNvPr descr="../image/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75000" y="1193800"/>
            <a:ext cx="2794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8. Указание имени и размера файла. Носители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Добавление оптического привода Rocky</a:t>
            </a:r>
          </a:p>
        </p:txBody>
      </p:sp>
      <p:pic>
        <p:nvPicPr>
          <p:cNvPr descr="../image/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93900" y="1193800"/>
            <a:ext cx="5143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9. Добавление оптического привода Rocky. Запуск виртуальной машины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Запуск виртуальной машины</a:t>
            </a:r>
          </a:p>
        </p:txBody>
      </p:sp>
      <p:pic>
        <p:nvPicPr>
          <p:cNvPr descr="../image/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82800" y="1193800"/>
            <a:ext cx="4978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10. Запуск виртуальной машины. Установка Rocky Linux 9.0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Установка Rocky Linux 9.0</a:t>
            </a:r>
          </a:p>
        </p:txBody>
      </p:sp>
      <p:pic>
        <p:nvPicPr>
          <p:cNvPr descr="../image/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03400" y="1193800"/>
            <a:ext cx="5537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11. Установка Rocky Linux 9.0. Настройки установки операционной системы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Настройки установки операционной системы</a:t>
            </a:r>
          </a:p>
        </p:txBody>
      </p:sp>
      <p:pic>
        <p:nvPicPr>
          <p:cNvPr descr="../image/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78000" y="1193800"/>
            <a:ext cx="558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12. Настройки установки операционной системы. Выбор языка и региона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Место установки и выбор программ</a:t>
            </a:r>
          </a:p>
        </p:txBody>
      </p:sp>
      <p:pic>
        <p:nvPicPr>
          <p:cNvPr descr="../image/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82700" y="1193800"/>
            <a:ext cx="6591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13. Место установки. Выбор программ и настройка разделов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Отключение KDUMP и настройка сети</a:t>
            </a:r>
          </a:p>
        </p:txBody>
      </p:sp>
      <p:pic>
        <p:nvPicPr>
          <p:cNvPr descr="../image/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00300" y="1193800"/>
            <a:ext cx="4330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14. Отключение KDUMP. Сеть и имя узла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Установка пароля для root</a:t>
            </a:r>
          </a:p>
        </p:txBody>
      </p:sp>
      <p:pic>
        <p:nvPicPr>
          <p:cNvPr descr="../image/1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01800" y="1193800"/>
            <a:ext cx="5753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15. Установка пароля для root. Создание пользователя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Процесс установки системы</a:t>
            </a:r>
          </a:p>
        </p:txBody>
      </p:sp>
      <p:pic>
        <p:nvPicPr>
          <p:cNvPr descr="../image/1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87500" y="1193800"/>
            <a:ext cx="5969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16. Процесс установки операционной системы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Завершение установки и первый запуск</a:t>
            </a:r>
          </a:p>
        </p:txBody>
      </p:sp>
      <p:pic>
        <p:nvPicPr>
          <p:cNvPr descr="../image/1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22500" y="1193800"/>
            <a:ext cx="4711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17. Завершение установки и первый запуск системы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выполнения лабораторной работы были приобретены практические навыки установки операционной системы на виртуальную машину и настройки минимально необходимых для дальнейшей работы сервисов.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Список литературы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[1] Документация Rocky Linux: https://docs.rockylinux.org [2] Руководство по установке VirtualBox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№1</dc:title>
  <dc:creator>Лемуш Мариу Франсишку</dc:creator>
  <cp:keywords/>
  <dcterms:created xsi:type="dcterms:W3CDTF">2026-03-13T03:47:13Z</dcterms:created>
  <dcterms:modified xsi:type="dcterms:W3CDTF">2026-03-13T03:47:13Z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2025</vt:lpwstr>
  </property>
  <property fmtid="{D5CDD505-2E9C-101B-9397-08002B2CF9AE}" pid="3" name="mainfont">
    <vt:lpwstr>DejaVu Serif</vt:lpwstr>
  </property>
  <property fmtid="{D5CDD505-2E9C-101B-9397-08002B2CF9AE}" pid="4" name="monofont">
    <vt:lpwstr>DejaVu Sans Mono</vt:lpwstr>
  </property>
  <property fmtid="{D5CDD505-2E9C-101B-9397-08002B2CF9AE}" pid="5" name="sansfont">
    <vt:lpwstr>DejaVu Sans</vt:lpwstr>
  </property>
  <property fmtid="{D5CDD505-2E9C-101B-9397-08002B2CF9AE}" pid="6" name="subtitle">
    <vt:lpwstr>Установка операционной системы Linux</vt:lpwstr>
  </property>
  <property fmtid="{D5CDD505-2E9C-101B-9397-08002B2CF9AE}" pid="7" name="theme">
    <vt:lpwstr>CambridgeUS</vt:lpwstr>
  </property>
</Properties>
</file>