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Программный RAID в Linux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Освоить работу с RAID-массивами при помощи утилиты mdadm</a:t>
            </a:r>
          </a:p>
          <a:p>
            <a:pPr lvl="0"/>
            <a:r>
              <a:rPr/>
              <a:t>Изучить создание различных уровней RAID</a:t>
            </a:r>
          </a:p>
          <a:p>
            <a:pPr lvl="0"/>
            <a:r>
              <a:rPr/>
              <a:t>Научиться имитировать сбои и восстанавливать массивы</a:t>
            </a:r>
          </a:p>
          <a:p>
            <a:pPr lvl="0"/>
            <a:r>
              <a:rPr/>
              <a:t>Получить навыки работы с горячим резервом (hotspare)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Программный RAID в Linux</a:t>
            </a:r>
          </a:p>
          <a:p>
            <a:pPr lvl="0" indent="0" marL="0">
              <a:buNone/>
            </a:pPr>
            <a:r>
              <a:rPr/>
              <a:t>Уровни RAID: - RAID 0 — чередование (striping), повышенная производительность - RAID 1 — зеркалирование (mirroring), отказоустойчивость - RAID 5 — чередование с чётностью, отказоустойчивость - RAID 10 — комбинация зеркалирования и чередования</a:t>
            </a:r>
          </a:p>
          <a:p>
            <a:pPr lvl="0" indent="0" marL="0">
              <a:buNone/>
            </a:pPr>
            <a:r>
              <a:rPr/>
              <a:t>Утилита mdadm: - </a:t>
            </a:r>
            <a:r>
              <a:rPr>
                <a:latin typeface="DejaVu Sans Mono"/>
              </a:rPr>
              <a:t>mdadm --create</a:t>
            </a:r>
            <a:r>
              <a:rPr/>
              <a:t> — создание RAID-массива - </a:t>
            </a:r>
            <a:r>
              <a:rPr>
                <a:latin typeface="DejaVu Sans Mono"/>
              </a:rPr>
              <a:t>mdadm --detail</a:t>
            </a:r>
            <a:r>
              <a:rPr/>
              <a:t> — информация о массиве - </a:t>
            </a:r>
            <a:r>
              <a:rPr>
                <a:latin typeface="DejaVu Sans Mono"/>
              </a:rPr>
              <a:t>mdadm --manage --fail</a:t>
            </a:r>
            <a:r>
              <a:rPr/>
              <a:t> — имитация сбоя - </a:t>
            </a:r>
            <a:r>
              <a:rPr>
                <a:latin typeface="DejaVu Sans Mono"/>
              </a:rPr>
              <a:t>cat /proc/mdstat</a:t>
            </a:r>
            <a:r>
              <a:rPr/>
              <a:t> — просмотр состояния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дисков к виртуальной машине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66900" y="1193800"/>
            <a:ext cx="5410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Добавление к виртуальной машине к контроллеру SATA три диска размером 512 MiB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создания дисков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17800" y="1193800"/>
            <a:ext cx="369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Получение полномочий администратора, проверка наличия созданных дисков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раздела на диске sdd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43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Создание раздела на диске sdd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раздела на диске sde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Создание раздела на диске sde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раздела на диске sdf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51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Создание раздела на диске sdf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типа созданных разделов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8500" y="1193800"/>
            <a:ext cx="773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Проверка текущего типа созданных разделов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типа RAID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4900" y="1193800"/>
            <a:ext cx="693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Просмотр типов партиций, относящихся к RAID. Установка типа разделов в Linux raid autodetect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массива RAID 1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63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Создание массива RAID 1 из двух дисков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состояния массива (cat /proc/mdstat)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784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Проверка состояния массива с помощью cat /proc/mdstat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состояния массива (mdadm –query)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82296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Проверка состояния массива с помощью mdadm –query /dev/md0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состояния массива (mdadm –detail)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7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Проверка состояния массива с помощью mdadm –detail /dev/md0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файловой системы на RAID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0800" y="1193800"/>
            <a:ext cx="6502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Создание файловой системы на RAID-массиве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Подмонтирование RAID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288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Подмонтирование RAID, открытие файла /etc/fstab в текстовом редакторе mcedit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Добавление записи для автомонтирования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Добавление записи для автомонтирования в файл /etc/fstab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Имитация сбоя диска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82296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Имитация сбоя одного из дисков, удаление сбойного диска, замена диска в массиве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состояния после сбоя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82800"/>
            <a:ext cx="8229600" cy="109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Просмотр состояния массива после сбоя (mdadm –query /dev/md0)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Детальный просмотр после восстановления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4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Просмотр состояния массива после восстановления (mdadm –detail /dev/md0)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Удаление массива и очистка метаданных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19200"/>
            <a:ext cx="82296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Удаление массива и очистка метаданных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RAID с горячим резервом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38300" y="1193800"/>
            <a:ext cx="5867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Создание массива RAID 1 из двух дисков, добавление третьего диска как горячего резерва (hotspare), подмонтирование /dev/md0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состояния с горячим резервом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54100" y="1193800"/>
            <a:ext cx="7023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Проверка состояния массива с горячим резервом (cat /proc/mdstat и mdadm –detail /dev/md0)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 RAID</a:t>
            </a:r>
          </a:p>
        </p:txBody>
      </p:sp>
      <p:pic>
        <p:nvPicPr>
          <p:cNvPr descr="../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095500"/>
            <a:ext cx="8229600" cy="107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21. Итоговая проверка работы RAID-массива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освоены методы работы с программными RAID-массивами в Linux с использованием утилиты mdadm. Получены практические навыки создания RAID 1, имитации сбоев дисков, восстановления массива, работы с горячим резервом (hotspare), а также настройки автоматического монтирования RAID-массивов.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mdadm(8), md(4), /proc/mdstat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№16</dc:title>
  <dc:creator>Лемуш Мариу Франсишку</dc:creator>
  <cp:keywords/>
  <dcterms:created xsi:type="dcterms:W3CDTF">2026-03-13T03:30:51Z</dcterms:created>
  <dcterms:modified xsi:type="dcterms:W3CDTF">2026-03-13T03:30:51Z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Программный RAID в Linux</vt:lpwstr>
  </property>
  <property fmtid="{D5CDD505-2E9C-101B-9397-08002B2CF9AE}" pid="7" name="theme">
    <vt:lpwstr>CambridgeUS</vt:lpwstr>
  </property>
</Properties>
</file>