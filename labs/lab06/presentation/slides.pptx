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№6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Управление процессами</a:t>
            </a:r>
            <a:br/>
            <a:br/>
            <a:r>
              <a:rPr/>
              <a:t>Лемуш Мариу Франсишку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Лемуш Мариу Франсишку</a:t>
            </a:r>
          </a:p>
          <a:p>
            <a:pPr lvl="0"/>
            <a:r>
              <a:rPr/>
              <a:t>Студент группы НПИбд-01-24</a:t>
            </a:r>
          </a:p>
          <a:p>
            <a:pPr lvl="0"/>
            <a:r>
              <a:rPr/>
              <a:t>Студ. билет 1032239162</a:t>
            </a:r>
          </a:p>
          <a:p>
            <a:pPr lvl="0"/>
            <a:r>
              <a:rPr/>
              <a:t>Российский университет дружбы народов ## Цель работы</a:t>
            </a:r>
          </a:p>
          <a:p>
            <a:pPr lvl="0"/>
            <a:r>
              <a:rPr/>
              <a:t>Получить навыки управления процессами операционной системы</a:t>
            </a:r>
          </a:p>
          <a:p>
            <a:pPr lvl="0"/>
            <a:r>
              <a:rPr/>
              <a:t>Изучить механизмы управления заданиями и приоритетами</a:t>
            </a:r>
          </a:p>
          <a:p>
            <a:pPr lvl="0"/>
            <a:r>
              <a:rPr/>
              <a:t>Научиться работать с сигналами процессов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Теоретическая справка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Управление процессами в Linux</a:t>
            </a:r>
          </a:p>
          <a:p>
            <a:pPr lvl="0" indent="0" marL="0">
              <a:buNone/>
            </a:pPr>
            <a:r>
              <a:rPr/>
              <a:t>Основные понятия: - </a:t>
            </a:r>
            <a:r>
              <a:rPr>
                <a:latin typeface="DejaVu Sans Mono"/>
              </a:rPr>
              <a:t>jobs</a:t>
            </a:r>
            <a:r>
              <a:rPr/>
              <a:t>, </a:t>
            </a:r>
            <a:r>
              <a:rPr>
                <a:latin typeface="DejaVu Sans Mono"/>
              </a:rPr>
              <a:t>fg</a:t>
            </a:r>
            <a:r>
              <a:rPr/>
              <a:t>, </a:t>
            </a:r>
            <a:r>
              <a:rPr>
                <a:latin typeface="DejaVu Sans Mono"/>
              </a:rPr>
              <a:t>bg</a:t>
            </a:r>
            <a:r>
              <a:rPr/>
              <a:t> — управление заданиями - </a:t>
            </a:r>
            <a:r>
              <a:rPr>
                <a:latin typeface="DejaVu Sans Mono"/>
              </a:rPr>
              <a:t>kill</a:t>
            </a:r>
            <a:r>
              <a:rPr/>
              <a:t> — отправка сигналов процессам - </a:t>
            </a:r>
            <a:r>
              <a:rPr>
                <a:latin typeface="DejaVu Sans Mono"/>
              </a:rPr>
              <a:t>nice</a:t>
            </a:r>
            <a:r>
              <a:rPr/>
              <a:t>, </a:t>
            </a:r>
            <a:r>
              <a:rPr>
                <a:latin typeface="DejaVu Sans Mono"/>
              </a:rPr>
              <a:t>renice</a:t>
            </a:r>
            <a:r>
              <a:rPr/>
              <a:t> — управление приоритетами - </a:t>
            </a:r>
            <a:r>
              <a:rPr>
                <a:latin typeface="DejaVu Sans Mono"/>
              </a:rPr>
              <a:t>top</a:t>
            </a:r>
            <a:r>
              <a:rPr/>
              <a:t>, </a:t>
            </a:r>
            <a:r>
              <a:rPr>
                <a:latin typeface="DejaVu Sans Mono"/>
              </a:rPr>
              <a:t>ps</a:t>
            </a:r>
            <a:r>
              <a:rPr/>
              <a:t> — мониторинг процессов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Получение полномочий администратора</a:t>
            </a:r>
          </a:p>
        </p:txBody>
      </p:sp>
      <p:pic>
        <p:nvPicPr>
          <p:cNvPr descr="../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14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1. Получение полномочий администратора, ввод трёх команд, остановка процесса, установка выполнения задания 3 в фоновом режиме, просмотр изменений в статусе заданий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Перемещение и отмена заданий</a:t>
            </a:r>
          </a:p>
        </p:txBody>
      </p:sp>
      <p:pic>
        <p:nvPicPr>
          <p:cNvPr descr="../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1193800"/>
            <a:ext cx="4749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2. Перемещение заданий на передний план и их последующая отмена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Работа с терминалом</a:t>
            </a:r>
          </a:p>
        </p:txBody>
      </p:sp>
      <p:pic>
        <p:nvPicPr>
          <p:cNvPr descr="../image/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51100"/>
            <a:ext cx="8229600" cy="38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3. Ввод команды и закрытие терминала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Управление процессом dd</a:t>
            </a:r>
          </a:p>
        </p:txBody>
      </p:sp>
      <p:pic>
        <p:nvPicPr>
          <p:cNvPr descr="../image/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4. Убийство задания dd в top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Получение полномочий администратора</a:t>
            </a:r>
          </a:p>
        </p:txBody>
      </p:sp>
      <p:pic>
        <p:nvPicPr>
          <p:cNvPr descr="../image/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7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5. Получение полномочий администратора и ввод команд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и изменение приоритета</a:t>
            </a:r>
          </a:p>
        </p:txBody>
      </p:sp>
      <p:pic>
        <p:nvPicPr>
          <p:cNvPr descr="../image/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01900" y="1193800"/>
            <a:ext cx="415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6. Просмотр всех строк, в которых есть dd и изменение приоритета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Иерархия процессов</a:t>
            </a:r>
          </a:p>
        </p:txBody>
      </p:sp>
      <p:pic>
        <p:nvPicPr>
          <p:cNvPr descr="../image/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49500"/>
            <a:ext cx="8229600" cy="57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7. Просмотр иерархии отношений между процессами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Закрытие корневой оболочки</a:t>
            </a:r>
          </a:p>
        </p:txBody>
      </p:sp>
      <p:pic>
        <p:nvPicPr>
          <p:cNvPr descr="../image/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3100" y="1193800"/>
            <a:ext cx="5270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8. Закрытие корневой оболочки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Самостоятельная работа - задание 1</a:t>
            </a:r>
          </a:p>
        </p:txBody>
      </p:sp>
      <p:pic>
        <p:nvPicPr>
          <p:cNvPr descr="../image/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099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9. Получение полномочий администратора, запуск команды трижды как фоновое задание, увеличение приоритета первой команды, завершение всех процессов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программы yes</a:t>
            </a:r>
          </a:p>
        </p:txBody>
      </p:sp>
      <p:pic>
        <p:nvPicPr>
          <p:cNvPr descr="../image/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27300" y="1193800"/>
            <a:ext cx="4102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10. Получение полномочий администратора. Запуск программы yes в фоновом режиме с подавлением потока вывода. Запуск программы yes на переднем плане без подавления потока вывода. Перевод процесса на передний план и его остановка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Управление фоновыми процессами</a:t>
            </a:r>
          </a:p>
        </p:txBody>
      </p:sp>
      <p:pic>
        <p:nvPicPr>
          <p:cNvPr descr="../image/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59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11. Перевод процесса в фоновый режим. Проверка состояния заданий. Запуск процесса в фоновом режиме с условиями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Информация о процессах</a:t>
            </a:r>
          </a:p>
        </p:txBody>
      </p:sp>
      <p:pic>
        <p:nvPicPr>
          <p:cNvPr descr="../image/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25500" y="1193800"/>
            <a:ext cx="749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12. Получение информации о запущенных в операционной системе процессах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Отправка сигналов процессам</a:t>
            </a:r>
          </a:p>
        </p:txBody>
      </p:sp>
      <p:pic>
        <p:nvPicPr>
          <p:cNvPr descr="../image/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22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13. Запуск трёх программ yes в фоновом режиме с подавлением потока вывода, убийство двух процессов, попытка послать сигнал 1 (SIGHUP)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Одновременное завершение процессов</a:t>
            </a:r>
          </a:p>
        </p:txBody>
      </p:sp>
      <p:pic>
        <p:nvPicPr>
          <p:cNvPr descr="../image/1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311400"/>
            <a:ext cx="82296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14. Запуск программ yes в фоновом режиме с подавлением потока вывода и одновременное завершение их работы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Изменение приоритетов после запуска</a:t>
            </a:r>
          </a:p>
        </p:txBody>
      </p:sp>
      <p:pic>
        <p:nvPicPr>
          <p:cNvPr descr="../image/1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16100"/>
            <a:ext cx="8229600" cy="1625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15. Запуск программы yes в фоновом режиме с подавлением потока вывода. Запуск программы yes с теми же параметрами и с приоритетом, большим на 5. Сравнение абсолютных и относительных приоритетов, изменение приоритета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Мониторинг процессов с top</a:t>
            </a:r>
          </a:p>
        </p:txBody>
      </p:sp>
      <p:pic>
        <p:nvPicPr>
          <p:cNvPr descr="../image/1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06700" y="1193800"/>
            <a:ext cx="353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16. Мониторинг процессов с помощью команды top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Просмотр процессов с ps</a:t>
            </a:r>
          </a:p>
        </p:txBody>
      </p:sp>
      <p:pic>
        <p:nvPicPr>
          <p:cNvPr descr="../image/1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19400" y="1193800"/>
            <a:ext cx="350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17. Просмотр всех процессов с помощью команды ps aux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Отправка сигнала SIGTERM</a:t>
            </a:r>
          </a:p>
        </p:txBody>
      </p:sp>
      <p:pic>
        <p:nvPicPr>
          <p:cNvPr descr="../image/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81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18. Отправка сигнала SIGTERM для завершения процесса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Отправка сигнала SIGKILL</a:t>
            </a:r>
          </a:p>
        </p:txBody>
      </p:sp>
      <p:pic>
        <p:nvPicPr>
          <p:cNvPr descr="../image/1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76500" y="1193800"/>
            <a:ext cx="4203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19. Отправка сигнала SIGKILL для принудительного завершения процесса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Итоговая проверка</a:t>
            </a:r>
          </a:p>
        </p:txBody>
      </p:sp>
      <p:pic>
        <p:nvPicPr>
          <p:cNvPr descr="../image/2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86000"/>
            <a:ext cx="8229600" cy="69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 20. Итоговая проверка управления процессами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получены навыки управления процессами операционной системы. Освоены команды управления заданиями (</a:t>
            </a:r>
            <a:r>
              <a:rPr>
                <a:latin typeface="DejaVu Sans Mono"/>
              </a:rPr>
              <a:t>jobs</a:t>
            </a:r>
            <a:r>
              <a:rPr/>
              <a:t>, </a:t>
            </a:r>
            <a:r>
              <a:rPr>
                <a:latin typeface="DejaVu Sans Mono"/>
              </a:rPr>
              <a:t>fg</a:t>
            </a:r>
            <a:r>
              <a:rPr/>
              <a:t>, </a:t>
            </a:r>
            <a:r>
              <a:rPr>
                <a:latin typeface="DejaVu Sans Mono"/>
              </a:rPr>
              <a:t>bg</a:t>
            </a:r>
            <a:r>
              <a:rPr/>
              <a:t>), отправки сигналов (</a:t>
            </a:r>
            <a:r>
              <a:rPr>
                <a:latin typeface="DejaVu Sans Mono"/>
              </a:rPr>
              <a:t>kill</a:t>
            </a:r>
            <a:r>
              <a:rPr/>
              <a:t>), изменения приоритетов (</a:t>
            </a:r>
            <a:r>
              <a:rPr>
                <a:latin typeface="DejaVu Sans Mono"/>
              </a:rPr>
              <a:t>nice</a:t>
            </a:r>
            <a:r>
              <a:rPr/>
              <a:t>, </a:t>
            </a:r>
            <a:r>
              <a:rPr>
                <a:latin typeface="DejaVu Sans Mono"/>
              </a:rPr>
              <a:t>renice</a:t>
            </a:r>
            <a:r>
              <a:rPr/>
              <a:t>) и мониторинга процессов (</a:t>
            </a:r>
            <a:r>
              <a:rPr>
                <a:latin typeface="DejaVu Sans Mono"/>
              </a:rPr>
              <a:t>top</a:t>
            </a:r>
            <a:r>
              <a:rPr/>
              <a:t>, </a:t>
            </a:r>
            <a:r>
              <a:rPr>
                <a:latin typeface="DejaVu Sans Mono"/>
              </a:rPr>
              <a:t>ps</a:t>
            </a:r>
            <a:r>
              <a:rPr/>
              <a:t>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Linux man pages: ps(1), top(1), kill(1), nice(1), renice(1)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Лемуш Мариу Франсишку</dc:creator>
  <cp:keywords/>
  <dcterms:created xsi:type="dcterms:W3CDTF">2026-03-13T01:57:54Z</dcterms:created>
  <dcterms:modified xsi:type="dcterms:W3CDTF">2026-03-13T01:57:54Z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mainfont">
    <vt:lpwstr>DejaVu Serif</vt:lpwstr>
  </property>
  <property fmtid="{D5CDD505-2E9C-101B-9397-08002B2CF9AE}" pid="4" name="monofont">
    <vt:lpwstr>DejaVu Sans Mono</vt:lpwstr>
  </property>
  <property fmtid="{D5CDD505-2E9C-101B-9397-08002B2CF9AE}" pid="5" name="sansfont">
    <vt:lpwstr>DejaVu Sans</vt:lpwstr>
  </property>
  <property fmtid="{D5CDD505-2E9C-101B-9397-08002B2CF9AE}" pid="6" name="subtitle">
    <vt:lpwstr>Управление процессами</vt:lpwstr>
  </property>
  <property fmtid="{D5CDD505-2E9C-101B-9397-08002B2CF9AE}" pid="7" name="theme">
    <vt:lpwstr>CambridgeUS</vt:lpwstr>
  </property>
</Properties>
</file>