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Основы работы с модулями ядра операционной системы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работы с утилитами управления модулями ядра операционной системы</a:t>
            </a:r>
          </a:p>
          <a:p>
            <a:pPr lvl="0"/>
            <a:r>
              <a:rPr/>
              <a:t>Изучить команды для загрузки, выгрузки и просмотра модулей ядра</a:t>
            </a:r>
          </a:p>
          <a:p>
            <a:pPr lvl="0"/>
            <a:r>
              <a:rPr/>
              <a:t>Научиться работать с параметрами модулей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Модули ядра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lsmod</a:t>
            </a:r>
            <a:r>
              <a:rPr/>
              <a:t> — просмотр загруженных модулей - </a:t>
            </a:r>
            <a:r>
              <a:rPr>
                <a:latin typeface="DejaVu Sans Mono"/>
              </a:rPr>
              <a:t>modinfo</a:t>
            </a:r>
            <a:r>
              <a:rPr/>
              <a:t> — информация о модуле - </a:t>
            </a:r>
            <a:r>
              <a:rPr>
                <a:latin typeface="DejaVu Sans Mono"/>
              </a:rPr>
              <a:t>insmod</a:t>
            </a:r>
            <a:r>
              <a:rPr/>
              <a:t> / </a:t>
            </a:r>
            <a:r>
              <a:rPr>
                <a:latin typeface="DejaVu Sans Mono"/>
              </a:rPr>
              <a:t>rmmod</a:t>
            </a:r>
            <a:r>
              <a:rPr/>
              <a:t> — загрузка/выгрузка модуля - </a:t>
            </a:r>
            <a:r>
              <a:rPr>
                <a:latin typeface="DejaVu Sans Mono"/>
              </a:rPr>
              <a:t>modprobe</a:t>
            </a:r>
            <a:r>
              <a:rPr/>
              <a:t> — умная загрузка с зависимостями - </a:t>
            </a:r>
            <a:r>
              <a:rPr>
                <a:latin typeface="DejaVu Sans Mono"/>
              </a:rPr>
              <a:t>/lib/modules/$(uname -r)/</a:t>
            </a:r>
            <a:r>
              <a:rPr/>
              <a:t> — директория с модулями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устройств и модулей ядра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Запуск терминала и получение полномочий администратора, просмотр имеющихся устройств в нашей системе и модулей ядра, связанных с ними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Загруженные модули ядра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загруженных модулей ядра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модулем ext4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Просмотр информации о наличии загруженного модуля ext4, загрузка модуля и проверка просмотром списка загруженных модулей, просмотр информации о модуле ядра ext4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Попытка выгрузки модулей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62100"/>
            <a:ext cx="82296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Попытка выгрузки модуля ядра ext4 и модуля ядра xfs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модулем bluetooth (часть 1)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Запуск терминала и получение полномочий администратора, просмотр информации о наличии загруженного модуля bluetooth, загрузка модуля ядра bluetooth и просмотр списка модулей ядра, отвечающих за работу с bluetooth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модуле bluetooth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Просмотр информации о модуле bluetooth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Выгрузка модуля bluetooth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8229600" cy="80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Выгрузка модуля ядра bluetooth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версии ядра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Просмотр версии ядра, используемой в ОС. Вывод на экран списка пакетов, относящихся к ядру ОС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Обновление системы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Обновление системы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Обновление ядра ОС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7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Обновление ядра ОС, а затем самой ОС. Запуск перезагрузки системы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Выбор нового ядра при загрузке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1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Выбор нового ядра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версии ядра после обновления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Запуск терминала и получение полномочий администратора, просмотр версии ядра, используемой в ОС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параметров модуля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30400"/>
            <a:ext cx="82296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Просмотр параметров, которые можно передать модулю при загрузке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Загрузка модуля с параметрами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2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Загрузка модуля с передачей параметров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зависимостей модулей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Просмотр зависимостей между модулями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модулем файловой системы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16100"/>
            <a:ext cx="82296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Загрузка и выгрузка модуля файловой системы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сообщений ядра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6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Просмотр сообщений ядра при загрузке и выгрузке модулей с помощью dmesg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Автоматическая загрузка модулей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Настройка автоматической загрузки модулей при старте системы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8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Итоговая проверка работы с модулями ядра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работы с утилитами управления модулями ядра операционной системы. Освоены команды </a:t>
            </a:r>
            <a:r>
              <a:rPr>
                <a:latin typeface="DejaVu Sans Mono"/>
              </a:rPr>
              <a:t>lsmod</a:t>
            </a:r>
            <a:r>
              <a:rPr/>
              <a:t>, </a:t>
            </a:r>
            <a:r>
              <a:rPr>
                <a:latin typeface="DejaVu Sans Mono"/>
              </a:rPr>
              <a:t>modinfo</a:t>
            </a:r>
            <a:r>
              <a:rPr/>
              <a:t>, </a:t>
            </a:r>
            <a:r>
              <a:rPr>
                <a:latin typeface="DejaVu Sans Mono"/>
              </a:rPr>
              <a:t>insmod</a:t>
            </a:r>
            <a:r>
              <a:rPr/>
              <a:t>, </a:t>
            </a:r>
            <a:r>
              <a:rPr>
                <a:latin typeface="DejaVu Sans Mono"/>
              </a:rPr>
              <a:t>rmmod</a:t>
            </a:r>
            <a:r>
              <a:rPr/>
              <a:t>, </a:t>
            </a:r>
            <a:r>
              <a:rPr>
                <a:latin typeface="DejaVu Sans Mono"/>
              </a:rPr>
              <a:t>modprobe</a:t>
            </a:r>
            <a:r>
              <a:rPr/>
              <a:t> для загрузки, выгрузки и получения информации о модулях ядра, а также методы обновления ядра системы.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lsmod(8), modinfo(8), insmod(8), rmmod(8), modprobe(8), dmesg(1)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№10</dc:title>
  <dc:creator>Лемуш Мариу Франсишку</dc:creator>
  <cp:keywords/>
  <dcterms:created xsi:type="dcterms:W3CDTF">2026-03-13T02:39:59Z</dcterms:created>
  <dcterms:modified xsi:type="dcterms:W3CDTF">2026-03-13T02:39:59Z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Основы работы с модулями ядра операционной системы</vt:lpwstr>
  </property>
  <property fmtid="{D5CDD505-2E9C-101B-9397-08002B2CF9AE}" pid="7" name="theme">
    <vt:lpwstr>CambridgeUS</vt:lpwstr>
  </property>
</Properties>
</file>