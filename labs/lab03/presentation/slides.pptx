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Настройка прав доступа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навыки настройки базовых и специальных прав доступа для групп пользователей в операционной системе типа Linux</a:t>
            </a:r>
          </a:p>
          <a:p>
            <a:pPr lvl="0"/>
            <a:r>
              <a:rPr/>
              <a:t>Изучить механизмы работы с правами доступа и ACL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Права доступа в Linux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chmod</a:t>
            </a:r>
            <a:r>
              <a:rPr/>
              <a:t> — изменение прав доступа - </a:t>
            </a:r>
            <a:r>
              <a:rPr>
                <a:latin typeface="DejaVu Sans Mono"/>
              </a:rPr>
              <a:t>chgrp</a:t>
            </a:r>
            <a:r>
              <a:rPr/>
              <a:t> — изменение группы-владельца - </a:t>
            </a:r>
            <a:r>
              <a:rPr>
                <a:latin typeface="DejaVu Sans Mono"/>
              </a:rPr>
              <a:t>ACL</a:t>
            </a:r>
            <a:r>
              <a:rPr/>
              <a:t> — списки контроля доступа - Sticky-bit — специальный бит для общих каталогов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в учётной записи root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Открытие учётной записи (su -), создание каталогов (mkdir -p), просмотр владельцев каталогов (ls -Al), изменение владельцев каталогов (chgrp), установка разрешений (chmod)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в учётной записи пользователя bob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193800"/>
            <a:ext cx="781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Открытие учётной записи пользователя bob, переход и проверка по каталогам main и third, создание новых файлов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в учётной записи пользователя alice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100" y="1193800"/>
            <a:ext cx="803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Открытие учётной записи пользователя alice, переход в каталог main, создание двух файлов, проверка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файлов под пользователем bob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7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Проверка созданных файлов под пользователем bob, удаление файлов, создание двух новых файлов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специальных битов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38400"/>
            <a:ext cx="8229600" cy="39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Открытие терминала под пользователем root, установка бит идентификатора группы, а также sticky-бита для разделяемого (общего) каталога группы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под пользователем alice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8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Открытие терминала под пользователем alice, создание в каталоге main двух новых файлов, проверка принадлежности файлов группе main и попытка удаления файлов пользователя bob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прав r-x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09800"/>
            <a:ext cx="82296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7.1. Открытие терминала с учётной записью root, установка прав на чтение и выполнение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нового файла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4700" y="1193800"/>
            <a:ext cx="759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Создание нового файла и проверка текущих назначений полномочий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ACL по умолчанию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9.1. Установка ACL по умолчанию для двух каталогов, добавление нового файла в каталог main и проверка текущих назначений полномочий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ACL в каталоге third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9.2. Добавление нового файла в каталог third и проверка текущих назначений полномочий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пользователем carol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7900" y="1193800"/>
            <a:ext cx="717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Открытие терминала под пользователем carol и проверка операций с файлами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дополнительных файлов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0400" y="1193800"/>
            <a:ext cx="782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Создание дополнительных файлов для проверки прав доступа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ACL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20900"/>
            <a:ext cx="82296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Проверка настроек ACL для каталогов main и third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прав доступа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3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Изменение прав доступа для групп пользователей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Sticky-бита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98700"/>
            <a:ext cx="8229600" cy="67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Проверка работы Sticky-бита в общем каталоге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 настройки прав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35200"/>
            <a:ext cx="8229600" cy="81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Итоговая проверка настроек прав доступа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настройки базовых и специальных прав доступа для групп пользователей в операционной системе типа Linux. Освоены команды </a:t>
            </a:r>
            <a:r>
              <a:rPr>
                <a:latin typeface="DejaVu Sans Mono"/>
              </a:rPr>
              <a:t>chmod</a:t>
            </a:r>
            <a:r>
              <a:rPr/>
              <a:t>, </a:t>
            </a:r>
            <a:r>
              <a:rPr>
                <a:latin typeface="DejaVu Sans Mono"/>
              </a:rPr>
              <a:t>chgrp</a:t>
            </a:r>
            <a:r>
              <a:rPr/>
              <a:t>, работа с ACL и Sticky-битом.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chmod(1), chgrp(1), setfacl(1), getfacl(1)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</dc:title>
  <dc:creator>Лемуш Мариу Франсишку</dc:creator>
  <cp:keywords/>
  <dcterms:created xsi:type="dcterms:W3CDTF">2026-03-13T01:28:24Z</dcterms:created>
  <dcterms:modified xsi:type="dcterms:W3CDTF">2026-03-13T01:28:24Z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Настройка прав доступа</vt:lpwstr>
  </property>
  <property fmtid="{D5CDD505-2E9C-101B-9397-08002B2CF9AE}" pid="7" name="theme">
    <vt:lpwstr>CambridgeUS</vt:lpwstr>
  </property>
</Properties>
</file>