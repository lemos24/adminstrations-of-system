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дисками и файловыми системами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навыки управления дисками и файловыми системами в Linux</a:t>
            </a:r>
          </a:p>
          <a:p>
            <a:pPr lvl="0"/>
            <a:r>
              <a:rPr/>
              <a:t>Изучить команды для создания и монтирования файловых систем</a:t>
            </a:r>
          </a:p>
          <a:p>
            <a:pPr lvl="0"/>
            <a:r>
              <a:rPr/>
              <a:t>Научиться работать с разделами диска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Управление дисками в Linux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fdisk</a:t>
            </a:r>
            <a:r>
              <a:rPr/>
              <a:t> / </a:t>
            </a:r>
            <a:r>
              <a:rPr>
                <a:latin typeface="DejaVu Sans Mono"/>
              </a:rPr>
              <a:t>parted</a:t>
            </a:r>
            <a:r>
              <a:rPr/>
              <a:t> — работа с разделами диска - </a:t>
            </a:r>
            <a:r>
              <a:rPr>
                <a:latin typeface="DejaVu Sans Mono"/>
              </a:rPr>
              <a:t>mkfs</a:t>
            </a:r>
            <a:r>
              <a:rPr/>
              <a:t> — создание файловой системы - </a:t>
            </a:r>
            <a:r>
              <a:rPr>
                <a:latin typeface="DejaVu Sans Mono"/>
              </a:rPr>
              <a:t>mount</a:t>
            </a:r>
            <a:r>
              <a:rPr/>
              <a:t> / </a:t>
            </a:r>
            <a:r>
              <a:rPr>
                <a:latin typeface="DejaVu Sans Mono"/>
              </a:rPr>
              <a:t>umount</a:t>
            </a:r>
            <a:r>
              <a:rPr/>
              <a:t> — монтирование и размонтирование - </a:t>
            </a:r>
            <a:r>
              <a:rPr>
                <a:latin typeface="DejaVu Sans Mono"/>
              </a:rPr>
              <a:t>/etc/fstab</a:t>
            </a:r>
            <a:r>
              <a:rPr/>
              <a:t> — файл для автоматического монтирования - </a:t>
            </a:r>
            <a:r>
              <a:rPr>
                <a:latin typeface="DejaVu Sans Mono"/>
              </a:rPr>
              <a:t>lsblk</a:t>
            </a:r>
            <a:r>
              <a:rPr/>
              <a:t> — просмотр информации о блочных устройствах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информации о дисках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08100" y="1193800"/>
            <a:ext cx="651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Просмотр информации о дисках и разделах с помощью команды lsblk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таблицы разделов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Просмотр таблицы разделов с помощью fdisk -l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fdisk для работы с диском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27200"/>
            <a:ext cx="82296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Запуск fdisk для выбранного диска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нового раздела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1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Создание нового раздела на диске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типа раздела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Изменение типа созданного раздела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Сохранение изменений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46300"/>
            <a:ext cx="8229600" cy="97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Сохранение изменений и выход из fdisk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ext4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3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Создание файловой системы ext4 на новом разделе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точки монтирования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1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Создание директории для монтирования раздела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Монтирование раздела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Монтирование раздела в созданную директорию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монтирования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19300"/>
            <a:ext cx="8229600" cy="121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Проверка успешного монтирования с помощью df -h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записи в /etc/fstab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Добавление записи для автоматического монтирования в файл /etc/fstab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монтирования после перезагрузки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35200"/>
            <a:ext cx="8229600" cy="78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Проверка автоматического монтирования после перезагрузки системы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UUID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19300"/>
            <a:ext cx="8229600" cy="121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Просмотр UUID файловых систем с помощью blkid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XFS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09800"/>
            <a:ext cx="8229600" cy="85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Создание файловой системы XFS на другом разделе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файловых систем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3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Сравнение характеристик различных файловых систем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Размонтирование раздела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35200"/>
            <a:ext cx="8229600" cy="78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Размонтирование раздела с помощью umount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управления дисками и файловыми системами в Linux. Освоены методы создания разделов с помощью fdisk, создания файловых систем (ext4, XFS), монтирования и настройки автоматического монтирования через /etc/fstab.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fdisk(8), mkfs(8), mount(8), umount(8), blkid(8), lsblk(8)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№11</dc:title>
  <dc:creator>Лемуш Мариу Франсишку</dc:creator>
  <cp:keywords/>
  <dcterms:created xsi:type="dcterms:W3CDTF">2026-03-13T02:48:54Z</dcterms:created>
  <dcterms:modified xsi:type="dcterms:W3CDTF">2026-03-13T02:48:54Z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дисками и файловыми системами</vt:lpwstr>
  </property>
  <property fmtid="{D5CDD505-2E9C-101B-9397-08002B2CF9AE}" pid="7" name="theme">
    <vt:lpwstr>CambridgeUS</vt:lpwstr>
  </property>
</Properties>
</file>