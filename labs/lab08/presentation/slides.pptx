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Планировщики событий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 ## Цель работы</a:t>
            </a:r>
          </a:p>
          <a:p>
            <a:pPr lvl="0"/>
            <a:r>
              <a:rPr/>
              <a:t>Получить навыки работы с планировщиками событий cron и at</a:t>
            </a:r>
          </a:p>
          <a:p>
            <a:pPr lvl="0"/>
            <a:r>
              <a:rPr/>
              <a:t>Изучить механизмы периодического и однократного выполнения задач</a:t>
            </a:r>
          </a:p>
          <a:p>
            <a:pPr lvl="0"/>
            <a:r>
              <a:rPr/>
              <a:t>Научиться настраивать задания по расписанию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Планировщики событий в Linux</a:t>
            </a:r>
          </a:p>
          <a:p>
            <a:pPr lvl="0" indent="0" marL="0">
              <a:buNone/>
            </a:pPr>
            <a:r>
              <a:rPr/>
              <a:t>Основные понятия: - </a:t>
            </a:r>
            <a:r>
              <a:rPr>
                <a:latin typeface="DejaVu Sans Mono"/>
              </a:rPr>
              <a:t>cron</a:t>
            </a:r>
            <a:r>
              <a:rPr/>
              <a:t> — планировщик для периодических задач - </a:t>
            </a:r>
            <a:r>
              <a:rPr>
                <a:latin typeface="DejaVu Sans Mono"/>
              </a:rPr>
              <a:t>at</a:t>
            </a:r>
            <a:r>
              <a:rPr/>
              <a:t> — планировщик для однократных задач - </a:t>
            </a:r>
            <a:r>
              <a:rPr>
                <a:latin typeface="DejaVu Sans Mono"/>
              </a:rPr>
              <a:t>crontab</a:t>
            </a:r>
            <a:r>
              <a:rPr/>
              <a:t> — файл с расписанием задач - </a:t>
            </a:r>
            <a:r>
              <a:rPr>
                <a:latin typeface="DejaVu Sans Mono"/>
              </a:rPr>
              <a:t>/etc/cron.hourly/</a:t>
            </a:r>
            <a:r>
              <a:rPr/>
              <a:t>, </a:t>
            </a:r>
            <a:r>
              <a:rPr>
                <a:latin typeface="DejaVu Sans Mono"/>
              </a:rPr>
              <a:t>/etc/cron.daily/</a:t>
            </a:r>
            <a:r>
              <a:rPr/>
              <a:t> — директории для скриптов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статуса демона crond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193800"/>
            <a:ext cx="473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Запуск терминала и получение полномочий администратора, просмотр статуса демона crond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содержимого файла /etc/crontab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46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Просмотр содержимого файла конфигурации /etc/crontab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заданий в расписании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32000"/>
            <a:ext cx="8229600" cy="119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Просмотр списка заданий в расписании и открытие файла расписания на редактирование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строки в расписание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14500"/>
            <a:ext cx="8229600" cy="184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Открытие текстового редактора vi и добавление строки в файл расписания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списка заданий и журнала событий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44700"/>
            <a:ext cx="8229600" cy="118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Просмотр списка заданий в расписании, просмотр журнала системных событий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записи в расписании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Изменение записи в расписании crontab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обновленного списка заданий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8229600" cy="107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Просмотр списка заданий в расписании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файла сценария в /etc/cron.hourly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Открытие каталога /etc/cron.hourly и создание в нём файла сценария с именем eachhour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Запись скрипта в файл eachhour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82296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Открытие файла eachhour для редактирования и прописывание в нём скрипта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файла с расписанием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06600"/>
            <a:ext cx="8229600" cy="125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Делаем файл сценария eachhour исполняемым, открытие каталога /etc/crond.d и создание в нём файла с расписанием eachhour, открытие файла на редактирование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содержимого в файл расписания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25700" y="1193800"/>
            <a:ext cx="4292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Добавление содержимого в файл и сохранение изменений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журнала через 2 часа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55800"/>
            <a:ext cx="8229600" cy="134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Просмотр журнала системных событий через 2 часа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службы atd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4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Запуск терминала и получение полномочий администратора, проверка загрузки и включения службы atd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задачи с at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86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Создание задачи выполнения команды logger message from at в 12:50, закрытие оболочки. Проверка планировки задачи и выполнения её в указанное время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работы с планировщиками событий cron и at. Освоены методы создания периодических задач с помощью crontab и однократных задач с помощью at, настройка расписаний и мониторинг выполнения заданий.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cron(8), crontab(5), at(1), atd(8)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№8</dc:title>
  <dc:creator>Лемуш Мариу Франсишку</dc:creator>
  <cp:keywords/>
  <dcterms:created xsi:type="dcterms:W3CDTF">2026-03-13T02:21:27Z</dcterms:created>
  <dcterms:modified xsi:type="dcterms:W3CDTF">2026-03-13T02:21:27Z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Планировщики событий</vt:lpwstr>
  </property>
  <property fmtid="{D5CDD505-2E9C-101B-9397-08002B2CF9AE}" pid="7" name="theme">
    <vt:lpwstr>CambridgeUS</vt:lpwstr>
  </property>
</Properties>
</file>